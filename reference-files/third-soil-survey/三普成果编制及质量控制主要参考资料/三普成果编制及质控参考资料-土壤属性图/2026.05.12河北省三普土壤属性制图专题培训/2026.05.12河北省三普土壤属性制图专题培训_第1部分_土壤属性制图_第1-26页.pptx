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</p:sldMasterIdLst>
  <p:notesMasterIdLst>
    <p:notesMasterId r:id="rId6"/>
  </p:notesMasterIdLst>
  <p:handoutMasterIdLst>
    <p:handoutMasterId r:id="rId87"/>
  </p:handoutMasterIdLst>
  <p:sldIdLst>
    <p:sldId id="4930" r:id="rId4"/>
    <p:sldId id="4899" r:id="rId5"/>
    <p:sldId id="4850" r:id="rId7"/>
    <p:sldId id="4931" r:id="rId8"/>
    <p:sldId id="4932" r:id="rId9"/>
    <p:sldId id="4933" r:id="rId10"/>
    <p:sldId id="4934" r:id="rId11"/>
    <p:sldId id="4935" r:id="rId12"/>
    <p:sldId id="4936" r:id="rId13"/>
    <p:sldId id="4937" r:id="rId14"/>
    <p:sldId id="4938" r:id="rId15"/>
    <p:sldId id="4939" r:id="rId16"/>
    <p:sldId id="4940" r:id="rId17"/>
    <p:sldId id="4941" r:id="rId18"/>
    <p:sldId id="4942" r:id="rId19"/>
    <p:sldId id="4943" r:id="rId20"/>
    <p:sldId id="4944" r:id="rId21"/>
    <p:sldId id="4955" r:id="rId22"/>
    <p:sldId id="4946" r:id="rId23"/>
    <p:sldId id="4947" r:id="rId24"/>
    <p:sldId id="4948" r:id="rId25"/>
    <p:sldId id="5070" r:id="rId26"/>
    <p:sldId id="4949" r:id="rId27"/>
    <p:sldId id="4950" r:id="rId28"/>
    <p:sldId id="4951" r:id="rId29"/>
    <p:sldId id="4952" r:id="rId30"/>
  </p:sldIdLst>
  <p:sldSz cx="12192000" cy="6858000"/>
  <p:notesSz cx="6858000" cy="9144000"/>
  <p:custDataLst>
    <p:tags r:id="rId9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37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lenovo" initials="l" lastIdx="1" clrIdx="0"/>
  <p:cmAuthor id="8" name="姜伟光" initials="姜" lastIdx="1" clrIdx="0"/>
  <p:cmAuthor id="2" name="幸全" initials="幸" lastIdx="1" clrIdx="0"/>
  <p:cmAuthor id="10" name="QXL" initials="Q" lastIdx="1" clrIdx="9"/>
  <p:cmAuthor id="4" name="Administrator" initials="A" lastIdx="4" clrIdx="3"/>
  <p:cmAuthor id="5" name="宋洁然" initials="宋" lastIdx="2" clrIdx="1"/>
  <p:cmAuthor id="6" name="ming qiu" initials="m" lastIdx="17" clrIdx="1"/>
  <p:cmAuthor id="11" name="赵 英男" initials="赵" lastIdx="0" clrIdx="10"/>
  <p:cmAuthor id="12" name="pc" initials="p" lastIdx="0" clrIdx="11"/>
  <p:cmAuthor id="13" name="未知用户1" initials="未知用户1" lastIdx="0" clrIdx="12"/>
  <p:cmAuthor id="14" name="作者" initials="A" lastIdx="0" clrIdx="1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3672B"/>
    <a:srgbClr val="031CD3"/>
    <a:srgbClr val="D4D9EC"/>
    <a:srgbClr val="006837"/>
    <a:srgbClr val="003300"/>
    <a:srgbClr val="003399"/>
    <a:srgbClr val="F4B183"/>
    <a:srgbClr val="8497B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FCC5F4-10F8-4C34-94B3-2F746EA4624A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158D2FC-82A9-49F4-9F96-A96503793A9F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A59A11FF-974B-443C-B1E2-EB6D604ACD84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492EE0-31F5-45E9-9713-E4D97724C36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091571-8370-4508-A104-E5E180EF577E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7F00CD8-C4CF-48BB-BE3E-AF913BAAFD9B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D728B9D-C360-402F-BCE3-508E91CB5E6C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94D1A2D-6F71-4788-8396-FB6345BA6E2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F852C43-CD49-4D0E-BC38-730A8F59DC62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EC44A41-FE20-4091-92DC-D81954CD3507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2B77646-2672-4CFC-A9BC-5AA0FE157C1B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4CF2D6E-34CA-4F23-BE29-B03EC34884E9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8D39689-5E33-467B-96B4-CAC9BE2E588D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D59D52B-BDCA-43AA-9F62-DEBE4DCA54F0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9878" autoAdjust="0"/>
  </p:normalViewPr>
  <p:slideViewPr>
    <p:cSldViewPr snapToGrid="0" showGuides="1">
      <p:cViewPr varScale="1">
        <p:scale>
          <a:sx n="112" d="100"/>
          <a:sy n="112" d="100"/>
        </p:scale>
        <p:origin x="636" y="54"/>
      </p:cViewPr>
      <p:guideLst>
        <p:guide orient="horz" pos="2265"/>
        <p:guide pos="3775"/>
      </p:guideLst>
    </p:cSldViewPr>
  </p:slideViewPr>
  <p:outlineViewPr>
    <p:cViewPr>
      <p:scale>
        <a:sx n="33" d="100"/>
        <a:sy n="33" d="100"/>
      </p:scale>
      <p:origin x="0" y="108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46" d="100"/>
        <a:sy n="46" d="100"/>
      </p:scale>
      <p:origin x="0" y="0"/>
    </p:cViewPr>
  </p:sorterViewPr>
  <p:gridSpacing cx="72008" cy="72008"/>
</p:viewPr>
</file>

<file path=ppt/_rels/presentation.xml.rels><?xml version="1.0" encoding="UTF-8" standalone="yes"?><Relationships xmlns="http://schemas.openxmlformats.org/package/2006/relationships"><Relationship Id="rId92" Type="http://schemas.openxmlformats.org/officeDocument/2006/relationships/tags" Target="tags/tag38.xml"/><Relationship Id="rId91" Type="http://schemas.openxmlformats.org/officeDocument/2006/relationships/commentAuthors" Target="commentAuthors.xml"/><Relationship Id="rId90" Type="http://schemas.openxmlformats.org/officeDocument/2006/relationships/tableStyles" Target="tableStyles.xml"/><Relationship Id="rId9" Type="http://schemas.openxmlformats.org/officeDocument/2006/relationships/slide" Target="slides/slide5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0DABD3-1CC2-4F26-955D-4DD956F07363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E8F9E0-E1D5-48D4-B9AF-A5487A648587}">
      <dgm:prSet phldrT="[文本]" phldr="0" custT="1"/>
      <dgm:spPr>
        <a:solidFill>
          <a:srgbClr val="006837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rPr>
            <a:t>（一）</a:t>
          </a:r>
          <a:r>
            <a: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4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F720E5-0E9B-490A-8391-104E02608858}" cxnId="{F76ABAED-81C8-4967-BA9F-C5FC9224EBBE}" type="parTrans">
      <dgm:prSet/>
      <dgm:spPr/>
      <dgm:t>
        <a:bodyPr/>
        <a:lstStyle/>
        <a:p>
          <a:endParaRPr lang="zh-CN" altLang="en-US"/>
        </a:p>
      </dgm:t>
    </dgm:pt>
    <dgm:pt modelId="{E9EBF688-1DAB-4799-985C-011AC1195BD5}" cxnId="{F76ABAED-81C8-4967-BA9F-C5FC9224EBBE}" type="sibTrans">
      <dgm:prSet/>
      <dgm:spPr/>
      <dgm:t>
        <a:bodyPr/>
        <a:lstStyle/>
        <a:p>
          <a:endParaRPr lang="zh-CN" altLang="en-US"/>
        </a:p>
      </dgm:t>
    </dgm:pt>
    <dgm:pt modelId="{9DD977D2-DB53-4AB5-8904-C2D27A6BBCF2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</a:pP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区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县级土壤属性制图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问题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与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注意事项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altLang="en-US" sz="3200" b="1" kern="1200" noProof="0" dirty="0">
            <a:ln>
              <a:noFill/>
            </a:ln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gm:t>
    </dgm:pt>
    <dgm:pt modelId="{F6F2E1BE-363A-405B-98D5-367BD98E2841}" cxnId="{D9A7FB07-B40B-441F-B6C7-15AE8AB10DC6}" type="parTrans">
      <dgm:prSet/>
      <dgm:spPr/>
      <dgm:t>
        <a:bodyPr/>
        <a:lstStyle/>
        <a:p>
          <a:endParaRPr lang="zh-CN" altLang="en-US"/>
        </a:p>
      </dgm:t>
    </dgm:pt>
    <dgm:pt modelId="{4B287DD1-03CB-4256-9DA4-9BA356486DBE}" cxnId="{D9A7FB07-B40B-441F-B6C7-15AE8AB10DC6}" type="sibTrans">
      <dgm:prSet/>
      <dgm:spPr/>
      <dgm:t>
        <a:bodyPr/>
        <a:lstStyle/>
        <a:p>
          <a:endParaRPr lang="zh-CN" altLang="en-US"/>
        </a:p>
      </dgm:t>
    </dgm:pt>
    <dgm:pt modelId="{E8328445-BB83-4036-A0F9-F1ECBFCD89BF}">
      <dgm:prSet phldrT="[文本]"/>
      <dgm:spPr>
        <a:solidFill>
          <a:srgbClr val="006837"/>
        </a:solidFill>
      </dgm:spPr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（二）</a:t>
          </a:r>
        </a:p>
      </dgm:t>
    </dgm:pt>
    <dgm:pt modelId="{529B97A8-4865-4CF7-BA72-F0A25EC31475}" cxnId="{722A79F9-752D-4E95-9302-8142FE3FADBE}" type="parTrans">
      <dgm:prSet/>
      <dgm:spPr/>
      <dgm:t>
        <a:bodyPr/>
        <a:lstStyle/>
        <a:p>
          <a:endParaRPr lang="zh-CN" altLang="en-US"/>
        </a:p>
      </dgm:t>
    </dgm:pt>
    <dgm:pt modelId="{87753A44-6FD5-4DC6-8939-D4910259744F}" cxnId="{722A79F9-752D-4E95-9302-8142FE3FADBE}" type="sibTrans">
      <dgm:prSet/>
      <dgm:spPr/>
      <dgm:t>
        <a:bodyPr/>
        <a:lstStyle/>
        <a:p>
          <a:endParaRPr lang="zh-CN" altLang="en-US"/>
        </a:p>
      </dgm:t>
    </dgm:pt>
    <dgm:pt modelId="{91FA33EB-BFFA-41F3-AA4F-AE73870575BB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</a:pP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地市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级土壤属性制图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路径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及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注意事项</a:t>
          </a:r>
          <a:r>
            <a:rPr lang="zh-CN" altLang="en-US" sz="3200" b="1" kern="120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altLang="en-US" sz="3200" b="1" kern="1200" noProof="0" dirty="0">
            <a:ln>
              <a:noFill/>
            </a:ln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gm:t>
    </dgm:pt>
    <dgm:pt modelId="{44BCE2CA-C35D-4B83-B5F2-D20C3E446D70}" cxnId="{1B1708BB-3FC0-479C-BC1D-9883777D6DB7}" type="parTrans">
      <dgm:prSet/>
      <dgm:spPr/>
      <dgm:t>
        <a:bodyPr/>
        <a:lstStyle/>
        <a:p>
          <a:endParaRPr lang="zh-CN" altLang="en-US"/>
        </a:p>
      </dgm:t>
    </dgm:pt>
    <dgm:pt modelId="{F706B6D0-11DC-49EA-8432-241114633D2D}" cxnId="{1B1708BB-3FC0-479C-BC1D-9883777D6DB7}" type="sibTrans">
      <dgm:prSet/>
      <dgm:spPr/>
      <dgm:t>
        <a:bodyPr/>
        <a:lstStyle/>
        <a:p>
          <a:endParaRPr lang="zh-CN" altLang="en-US"/>
        </a:p>
      </dgm:t>
    </dgm:pt>
    <dgm:pt modelId="{1B101347-7504-4A68-BF16-75294ADA4B0F}" type="pres">
      <dgm:prSet presAssocID="{4B0DABD3-1CC2-4F26-955D-4DD956F07363}" presName="Name0" presStyleCnt="0">
        <dgm:presLayoutVars>
          <dgm:dir/>
          <dgm:animLvl val="lvl"/>
          <dgm:resizeHandles val="exact"/>
        </dgm:presLayoutVars>
      </dgm:prSet>
      <dgm:spPr/>
    </dgm:pt>
    <dgm:pt modelId="{67F5AAC1-7BED-48D0-BDED-386A246153EC}" type="pres">
      <dgm:prSet presAssocID="{3AE8F9E0-E1D5-48D4-B9AF-A5487A648587}" presName="linNode" presStyleCnt="0"/>
      <dgm:spPr/>
    </dgm:pt>
    <dgm:pt modelId="{E8379C1E-362F-49EE-B8DA-0338FF404859}" type="pres">
      <dgm:prSet presAssocID="{3AE8F9E0-E1D5-48D4-B9AF-A5487A648587}" presName="parentText" presStyleLbl="node1" presStyleIdx="0" presStyleCnt="2" custScaleX="92986" custScaleY="17133">
        <dgm:presLayoutVars>
          <dgm:chMax val="1"/>
          <dgm:bulletEnabled val="1"/>
        </dgm:presLayoutVars>
      </dgm:prSet>
      <dgm:spPr/>
    </dgm:pt>
    <dgm:pt modelId="{DF5D5C07-40A8-432F-B8FD-F22EEBCD943F}" type="pres">
      <dgm:prSet presAssocID="{3AE8F9E0-E1D5-48D4-B9AF-A5487A648587}" presName="descendantText" presStyleLbl="alignAccFollowNode1" presStyleIdx="0" presStyleCnt="2" custScaleX="222484" custScaleY="20828">
        <dgm:presLayoutVars>
          <dgm:bulletEnabled val="1"/>
        </dgm:presLayoutVars>
      </dgm:prSet>
      <dgm:spPr/>
    </dgm:pt>
    <dgm:pt modelId="{9EE8962F-F10B-4728-9CF1-C1C5B36C2D58}" type="pres">
      <dgm:prSet presAssocID="{E9EBF688-1DAB-4799-985C-011AC1195BD5}" presName="sp" presStyleCnt="0"/>
      <dgm:spPr/>
    </dgm:pt>
    <dgm:pt modelId="{169E4EDF-1013-4E68-9E9C-1CD16095C2A9}" type="pres">
      <dgm:prSet presAssocID="{E8328445-BB83-4036-A0F9-F1ECBFCD89BF}" presName="linNode" presStyleCnt="0"/>
      <dgm:spPr/>
    </dgm:pt>
    <dgm:pt modelId="{C7F40EFC-B1BA-4715-91F5-9C2883050797}" type="pres">
      <dgm:prSet presAssocID="{E8328445-BB83-4036-A0F9-F1ECBFCD89BF}" presName="parentText" presStyleLbl="node1" presStyleIdx="1" presStyleCnt="2" custScaleX="92986" custScaleY="17133">
        <dgm:presLayoutVars>
          <dgm:chMax val="1"/>
          <dgm:bulletEnabled val="1"/>
        </dgm:presLayoutVars>
      </dgm:prSet>
      <dgm:spPr/>
    </dgm:pt>
    <dgm:pt modelId="{D55DE490-8F3F-4CE3-931A-3CD41A02B329}" type="pres">
      <dgm:prSet presAssocID="{E8328445-BB83-4036-A0F9-F1ECBFCD89BF}" presName="descendantText" presStyleLbl="alignAccFollowNode1" presStyleIdx="1" presStyleCnt="2" custScaleX="222484" custScaleY="20828">
        <dgm:presLayoutVars>
          <dgm:bulletEnabled val="1"/>
        </dgm:presLayoutVars>
      </dgm:prSet>
      <dgm:spPr/>
    </dgm:pt>
  </dgm:ptLst>
  <dgm:cxnLst>
    <dgm:cxn modelId="{F76ABAED-81C8-4967-BA9F-C5FC9224EBBE}" srcId="{4B0DABD3-1CC2-4F26-955D-4DD956F07363}" destId="{3AE8F9E0-E1D5-48D4-B9AF-A5487A648587}" srcOrd="0" destOrd="0" parTransId="{A9F720E5-0E9B-490A-8391-104E02608858}" sibTransId="{E9EBF688-1DAB-4799-985C-011AC1195BD5}"/>
    <dgm:cxn modelId="{D9A7FB07-B40B-441F-B6C7-15AE8AB10DC6}" srcId="{3AE8F9E0-E1D5-48D4-B9AF-A5487A648587}" destId="{9DD977D2-DB53-4AB5-8904-C2D27A6BBCF2}" srcOrd="0" destOrd="0" parTransId="{F6F2E1BE-363A-405B-98D5-367BD98E2841}" sibTransId="{4B287DD1-03CB-4256-9DA4-9BA356486DBE}"/>
    <dgm:cxn modelId="{722A79F9-752D-4E95-9302-8142FE3FADBE}" srcId="{4B0DABD3-1CC2-4F26-955D-4DD956F07363}" destId="{E8328445-BB83-4036-A0F9-F1ECBFCD89BF}" srcOrd="1" destOrd="0" parTransId="{529B97A8-4865-4CF7-BA72-F0A25EC31475}" sibTransId="{87753A44-6FD5-4DC6-8939-D4910259744F}"/>
    <dgm:cxn modelId="{1B1708BB-3FC0-479C-BC1D-9883777D6DB7}" srcId="{E8328445-BB83-4036-A0F9-F1ECBFCD89BF}" destId="{91FA33EB-BFFA-41F3-AA4F-AE73870575BB}" srcOrd="0" destOrd="1" parTransId="{44BCE2CA-C35D-4B83-B5F2-D20C3E446D70}" sibTransId="{F706B6D0-11DC-49EA-8432-241114633D2D}"/>
    <dgm:cxn modelId="{6E4FFEB5-4C65-4832-BB7E-4FEC8440BF68}" type="presOf" srcId="{4B0DABD3-1CC2-4F26-955D-4DD956F07363}" destId="{1B101347-7504-4A68-BF16-75294ADA4B0F}" srcOrd="0" destOrd="0" presId="urn:microsoft.com/office/officeart/2005/8/layout/vList5"/>
    <dgm:cxn modelId="{F965BF09-D1C4-4F66-8F12-F4DC7046B82B}" type="presParOf" srcId="{1B101347-7504-4A68-BF16-75294ADA4B0F}" destId="{67F5AAC1-7BED-48D0-BDED-386A246153EC}" srcOrd="0" destOrd="0" presId="urn:microsoft.com/office/officeart/2005/8/layout/vList5"/>
    <dgm:cxn modelId="{0887D37D-FA3D-4C09-9FAC-247E24474F4F}" type="presParOf" srcId="{67F5AAC1-7BED-48D0-BDED-386A246153EC}" destId="{E8379C1E-362F-49EE-B8DA-0338FF404859}" srcOrd="0" destOrd="0" presId="urn:microsoft.com/office/officeart/2005/8/layout/vList5"/>
    <dgm:cxn modelId="{FF5CB7A7-D96C-4A45-8C0D-1F763F72E20B}" type="presOf" srcId="{3AE8F9E0-E1D5-48D4-B9AF-A5487A648587}" destId="{E8379C1E-362F-49EE-B8DA-0338FF404859}" srcOrd="0" destOrd="0" presId="urn:microsoft.com/office/officeart/2005/8/layout/vList5"/>
    <dgm:cxn modelId="{8A2DC855-0E8E-4B0A-A6ED-4E5667464767}" type="presParOf" srcId="{67F5AAC1-7BED-48D0-BDED-386A246153EC}" destId="{DF5D5C07-40A8-432F-B8FD-F22EEBCD943F}" srcOrd="1" destOrd="0" presId="urn:microsoft.com/office/officeart/2005/8/layout/vList5"/>
    <dgm:cxn modelId="{0DFB7678-8400-4BD8-B80D-022974C040A5}" type="presOf" srcId="{9DD977D2-DB53-4AB5-8904-C2D27A6BBCF2}" destId="{DF5D5C07-40A8-432F-B8FD-F22EEBCD943F}" srcOrd="0" destOrd="0" presId="urn:microsoft.com/office/officeart/2005/8/layout/vList5"/>
    <dgm:cxn modelId="{4EF7F499-B90B-45F4-B52B-525DD94D25F5}" type="presParOf" srcId="{1B101347-7504-4A68-BF16-75294ADA4B0F}" destId="{9EE8962F-F10B-4728-9CF1-C1C5B36C2D58}" srcOrd="1" destOrd="0" presId="urn:microsoft.com/office/officeart/2005/8/layout/vList5"/>
    <dgm:cxn modelId="{AF19C088-771B-4927-AC39-61F9B234C44A}" type="presParOf" srcId="{1B101347-7504-4A68-BF16-75294ADA4B0F}" destId="{169E4EDF-1013-4E68-9E9C-1CD16095C2A9}" srcOrd="2" destOrd="0" presId="urn:microsoft.com/office/officeart/2005/8/layout/vList5"/>
    <dgm:cxn modelId="{6A4D6A7F-9258-4B19-825D-3F6908D96718}" type="presParOf" srcId="{169E4EDF-1013-4E68-9E9C-1CD16095C2A9}" destId="{C7F40EFC-B1BA-4715-91F5-9C2883050797}" srcOrd="0" destOrd="2" presId="urn:microsoft.com/office/officeart/2005/8/layout/vList5"/>
    <dgm:cxn modelId="{A041C6E1-6B4B-4AE7-9DDB-702C8FCF0D30}" type="presOf" srcId="{E8328445-BB83-4036-A0F9-F1ECBFCD89BF}" destId="{C7F40EFC-B1BA-4715-91F5-9C2883050797}" srcOrd="0" destOrd="0" presId="urn:microsoft.com/office/officeart/2005/8/layout/vList5"/>
    <dgm:cxn modelId="{F0DA44C1-4899-4DE6-B170-9D563FAB5178}" type="presParOf" srcId="{169E4EDF-1013-4E68-9E9C-1CD16095C2A9}" destId="{D55DE490-8F3F-4CE3-931A-3CD41A02B329}" srcOrd="1" destOrd="2" presId="urn:microsoft.com/office/officeart/2005/8/layout/vList5"/>
    <dgm:cxn modelId="{2D2DF870-5813-4254-96A8-AF6B8F459410}" type="presOf" srcId="{91FA33EB-BFFA-41F3-AA4F-AE73870575BB}" destId="{D55DE490-8F3F-4CE3-931A-3CD41A02B32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0DABD3-1CC2-4F26-955D-4DD956F0736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E8F9E0-E1D5-48D4-B9AF-A5487A648587}">
      <dgm:prSet phldrT="[文本]" phldr="0" custT="1"/>
      <dgm:spPr>
        <a:solidFill>
          <a:srgbClr val="006837"/>
        </a:solidFill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F720E5-0E9B-490A-8391-104E02608858}" cxnId="{2E8161CC-08DD-4FD9-89BD-6D451986A46E}" type="parTrans">
      <dgm:prSet/>
      <dgm:spPr/>
      <dgm:t>
        <a:bodyPr/>
        <a:lstStyle/>
        <a:p>
          <a:pPr algn="ctr"/>
          <a:endParaRPr lang="zh-CN" altLang="en-US"/>
        </a:p>
      </dgm:t>
    </dgm:pt>
    <dgm:pt modelId="{E9EBF688-1DAB-4799-985C-011AC1195BD5}" cxnId="{2E8161CC-08DD-4FD9-89BD-6D451986A46E}" type="sibTrans">
      <dgm:prSet/>
      <dgm:spPr/>
      <dgm:t>
        <a:bodyPr/>
        <a:lstStyle/>
        <a:p>
          <a:pPr algn="ctr"/>
          <a:endParaRPr lang="zh-CN" altLang="en-US"/>
        </a:p>
      </dgm:t>
    </dgm:pt>
    <dgm:pt modelId="{9DD977D2-DB53-4AB5-8904-C2D27A6BBCF2}">
      <dgm:prSet phldrT="[文本]" custT="1"/>
      <dgm:spPr/>
      <dgm:t>
        <a:bodyPr/>
        <a:lstStyle/>
        <a:p>
          <a:pPr algn="ctr">
            <a:buFontTx/>
            <a:buNone/>
          </a:pPr>
          <a:r>
            <a:rPr kumimoji="0" lang="zh-CN" altLang="en-US" sz="32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 图 过 程</a:t>
          </a:r>
          <a:endParaRPr lang="zh-CN" altLang="en-US" sz="3200" dirty="0">
            <a:solidFill>
              <a:schemeClr val="tx1"/>
            </a:solidFill>
          </a:endParaRPr>
        </a:p>
      </dgm:t>
    </dgm:pt>
    <dgm:pt modelId="{F6F2E1BE-363A-405B-98D5-367BD98E2841}" cxnId="{A17A1104-7020-4B3B-A920-9BE9C6616D9E}" type="parTrans">
      <dgm:prSet/>
      <dgm:spPr/>
      <dgm:t>
        <a:bodyPr/>
        <a:lstStyle/>
        <a:p>
          <a:pPr algn="ctr"/>
          <a:endParaRPr lang="zh-CN" altLang="en-US"/>
        </a:p>
      </dgm:t>
    </dgm:pt>
    <dgm:pt modelId="{4B287DD1-03CB-4256-9DA4-9BA356486DBE}" cxnId="{A17A1104-7020-4B3B-A920-9BE9C6616D9E}" type="sibTrans">
      <dgm:prSet/>
      <dgm:spPr/>
      <dgm:t>
        <a:bodyPr/>
        <a:lstStyle/>
        <a:p>
          <a:pPr algn="ctr"/>
          <a:endParaRPr lang="zh-CN" altLang="en-US"/>
        </a:p>
      </dgm:t>
    </dgm:pt>
    <dgm:pt modelId="{E8328445-BB83-4036-A0F9-F1ECBFCD89BF}">
      <dgm:prSet phldrT="[文本]" phldr="0" custT="1"/>
      <dgm:spPr>
        <a:solidFill>
          <a:srgbClr val="006837"/>
        </a:solidFill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9B97A8-4865-4CF7-BA72-F0A25EC31475}" cxnId="{4125AE58-2B30-4824-9F9B-D1460A219A12}" type="parTrans">
      <dgm:prSet/>
      <dgm:spPr/>
      <dgm:t>
        <a:bodyPr/>
        <a:lstStyle/>
        <a:p>
          <a:pPr algn="ctr"/>
          <a:endParaRPr lang="zh-CN" altLang="en-US"/>
        </a:p>
      </dgm:t>
    </dgm:pt>
    <dgm:pt modelId="{87753A44-6FD5-4DC6-8939-D4910259744F}" cxnId="{4125AE58-2B30-4824-9F9B-D1460A219A12}" type="sibTrans">
      <dgm:prSet/>
      <dgm:spPr/>
      <dgm:t>
        <a:bodyPr/>
        <a:lstStyle/>
        <a:p>
          <a:pPr algn="ctr"/>
          <a:endParaRPr lang="zh-CN" altLang="en-US"/>
        </a:p>
      </dgm:t>
    </dgm:pt>
    <dgm:pt modelId="{91FA33EB-BFFA-41F3-AA4F-AE73870575BB}">
      <dgm:prSet phldrT="[文本]" custT="1"/>
      <dgm:spPr/>
      <dgm:t>
        <a:bodyPr/>
        <a:lstStyle/>
        <a:p>
          <a:pPr algn="ctr">
            <a:buFontTx/>
            <a:buNone/>
          </a:pPr>
          <a:r>
            <a: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 图 结 果</a:t>
          </a:r>
          <a:endParaRPr kumimoji="0" lang="zh-CN" altLang="en-US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44BCE2CA-C35D-4B83-B5F2-D20C3E446D70}" cxnId="{5FAA3EC0-7B5B-4772-A2DB-3FB9A27F4A50}" type="parTrans">
      <dgm:prSet/>
      <dgm:spPr/>
      <dgm:t>
        <a:bodyPr/>
        <a:lstStyle/>
        <a:p>
          <a:pPr algn="ctr"/>
          <a:endParaRPr lang="zh-CN" altLang="en-US"/>
        </a:p>
      </dgm:t>
    </dgm:pt>
    <dgm:pt modelId="{F706B6D0-11DC-49EA-8432-241114633D2D}" cxnId="{5FAA3EC0-7B5B-4772-A2DB-3FB9A27F4A50}" type="sibTrans">
      <dgm:prSet/>
      <dgm:spPr/>
      <dgm:t>
        <a:bodyPr/>
        <a:lstStyle/>
        <a:p>
          <a:pPr algn="ctr"/>
          <a:endParaRPr lang="zh-CN" altLang="en-US"/>
        </a:p>
      </dgm:t>
    </dgm:pt>
    <dgm:pt modelId="{69F3D00A-E7EB-42F5-B068-732DA25D6BDC}">
      <dgm:prSet phldrT="[文本]" phldr="0" custT="1"/>
      <dgm:spPr>
        <a:solidFill>
          <a:srgbClr val="006837"/>
        </a:solidFill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A166D0-B2C6-4DE7-A454-46DC0F3D2079}" cxnId="{45151880-E3AB-414C-9B2A-506BEDB17DE3}" type="parTrans">
      <dgm:prSet/>
      <dgm:spPr/>
      <dgm:t>
        <a:bodyPr/>
        <a:lstStyle/>
        <a:p>
          <a:pPr algn="ctr"/>
          <a:endParaRPr lang="zh-CN" altLang="en-US"/>
        </a:p>
      </dgm:t>
    </dgm:pt>
    <dgm:pt modelId="{8F17A88B-099B-483A-BC83-49220DA9B49D}" cxnId="{45151880-E3AB-414C-9B2A-506BEDB17DE3}" type="sibTrans">
      <dgm:prSet/>
      <dgm:spPr/>
      <dgm:t>
        <a:bodyPr/>
        <a:lstStyle/>
        <a:p>
          <a:pPr algn="ctr"/>
          <a:endParaRPr lang="zh-CN" altLang="en-US"/>
        </a:p>
      </dgm:t>
    </dgm:pt>
    <dgm:pt modelId="{A96B5564-C291-4B65-9230-A1985ACEC69D}">
      <dgm:prSet phldrT="[文本]" custT="1"/>
      <dgm:spPr/>
      <dgm:t>
        <a:bodyPr/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图 面 表 达</a:t>
          </a:r>
          <a:endParaRPr kumimoji="0" lang="zh-CN" altLang="en-US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733CE01E-BCEB-49DC-A5A4-3FF157DE5AF2}" cxnId="{7FC125EB-BBA8-4BBE-8D9C-93D4983D1CE6}" type="parTrans">
      <dgm:prSet/>
      <dgm:spPr/>
      <dgm:t>
        <a:bodyPr/>
        <a:lstStyle/>
        <a:p>
          <a:pPr algn="ctr"/>
          <a:endParaRPr lang="zh-CN" altLang="en-US"/>
        </a:p>
      </dgm:t>
    </dgm:pt>
    <dgm:pt modelId="{7DD25729-5E0F-420B-81A9-A2AF2E3B9F48}" cxnId="{7FC125EB-BBA8-4BBE-8D9C-93D4983D1CE6}" type="sibTrans">
      <dgm:prSet/>
      <dgm:spPr/>
      <dgm:t>
        <a:bodyPr/>
        <a:lstStyle/>
        <a:p>
          <a:pPr algn="ctr"/>
          <a:endParaRPr lang="zh-CN" altLang="en-US"/>
        </a:p>
      </dgm:t>
    </dgm:pt>
    <dgm:pt modelId="{6D4617CC-6D6F-468E-ACA4-91F410615720}">
      <dgm:prSet phldrT="[文本]" phldr="0" custT="1"/>
      <dgm:spPr>
        <a:solidFill>
          <a:srgbClr val="006837"/>
        </a:solidFill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7B339B-1A1B-4EC4-B07C-E4849070518C}" cxnId="{76B9472D-3E64-4B6E-B8AA-FA40F9FF02EA}" type="parTrans">
      <dgm:prSet/>
      <dgm:spPr/>
      <dgm:t>
        <a:bodyPr/>
        <a:lstStyle/>
        <a:p>
          <a:pPr algn="ctr"/>
          <a:endParaRPr lang="zh-CN" altLang="en-US"/>
        </a:p>
      </dgm:t>
    </dgm:pt>
    <dgm:pt modelId="{72417221-A12B-4A3F-9BE4-9C87DDE03BE2}" cxnId="{76B9472D-3E64-4B6E-B8AA-FA40F9FF02EA}" type="sibTrans">
      <dgm:prSet/>
      <dgm:spPr/>
      <dgm:t>
        <a:bodyPr/>
        <a:lstStyle/>
        <a:p>
          <a:pPr algn="ctr"/>
          <a:endParaRPr lang="zh-CN" altLang="en-US"/>
        </a:p>
      </dgm:t>
    </dgm:pt>
    <dgm:pt modelId="{F4E65D9B-A6AB-4AED-9D0B-6D4D9F6B5C89}">
      <dgm:prSet phldrT="[文本]" custT="1"/>
      <dgm:spPr/>
      <dgm:t>
        <a:bodyPr/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 图 报 告</a:t>
          </a:r>
          <a:endParaRPr kumimoji="0" lang="zh-CN" altLang="en-US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333DBD6F-85D7-4B3E-B21D-D07866BFA045}" cxnId="{B4440B95-0D83-4567-8A8F-C9D72EAE8576}" type="parTrans">
      <dgm:prSet/>
      <dgm:spPr/>
      <dgm:t>
        <a:bodyPr/>
        <a:lstStyle/>
        <a:p>
          <a:pPr algn="ctr"/>
          <a:endParaRPr lang="zh-CN" altLang="en-US"/>
        </a:p>
      </dgm:t>
    </dgm:pt>
    <dgm:pt modelId="{2DB07264-1CC6-4F25-A651-EE0277D76BE8}" cxnId="{B4440B95-0D83-4567-8A8F-C9D72EAE8576}" type="sibTrans">
      <dgm:prSet/>
      <dgm:spPr/>
      <dgm:t>
        <a:bodyPr/>
        <a:lstStyle/>
        <a:p>
          <a:pPr algn="ctr"/>
          <a:endParaRPr lang="zh-CN" altLang="en-US"/>
        </a:p>
      </dgm:t>
    </dgm:pt>
    <dgm:pt modelId="{1B101347-7504-4A68-BF16-75294ADA4B0F}" type="pres">
      <dgm:prSet presAssocID="{4B0DABD3-1CC2-4F26-955D-4DD956F07363}" presName="Name0" presStyleCnt="0">
        <dgm:presLayoutVars>
          <dgm:dir/>
          <dgm:animLvl val="lvl"/>
          <dgm:resizeHandles val="exact"/>
        </dgm:presLayoutVars>
      </dgm:prSet>
      <dgm:spPr/>
    </dgm:pt>
    <dgm:pt modelId="{67F5AAC1-7BED-48D0-BDED-386A246153EC}" type="pres">
      <dgm:prSet presAssocID="{3AE8F9E0-E1D5-48D4-B9AF-A5487A648587}" presName="linNode" presStyleCnt="0"/>
      <dgm:spPr/>
    </dgm:pt>
    <dgm:pt modelId="{E8379C1E-362F-49EE-B8DA-0338FF404859}" type="pres">
      <dgm:prSet presAssocID="{3AE8F9E0-E1D5-48D4-B9AF-A5487A648587}" presName="parentText" presStyleLbl="node1" presStyleIdx="0" presStyleCnt="4" custScaleX="92986" custScaleY="17133">
        <dgm:presLayoutVars>
          <dgm:chMax val="1"/>
          <dgm:bulletEnabled val="1"/>
        </dgm:presLayoutVars>
      </dgm:prSet>
      <dgm:spPr/>
    </dgm:pt>
    <dgm:pt modelId="{DF5D5C07-40A8-432F-B8FD-F22EEBCD943F}" type="pres">
      <dgm:prSet presAssocID="{3AE8F9E0-E1D5-48D4-B9AF-A5487A648587}" presName="descendantText" presStyleLbl="alignAccFollowNode1" presStyleIdx="0" presStyleCnt="4" custScaleX="222484" custScaleY="20828">
        <dgm:presLayoutVars>
          <dgm:bulletEnabled val="1"/>
        </dgm:presLayoutVars>
      </dgm:prSet>
      <dgm:spPr/>
    </dgm:pt>
    <dgm:pt modelId="{9EE8962F-F10B-4728-9CF1-C1C5B36C2D58}" type="pres">
      <dgm:prSet presAssocID="{E9EBF688-1DAB-4799-985C-011AC1195BD5}" presName="sp" presStyleCnt="0"/>
      <dgm:spPr/>
    </dgm:pt>
    <dgm:pt modelId="{169E4EDF-1013-4E68-9E9C-1CD16095C2A9}" type="pres">
      <dgm:prSet presAssocID="{E8328445-BB83-4036-A0F9-F1ECBFCD89BF}" presName="linNode" presStyleCnt="0"/>
      <dgm:spPr/>
    </dgm:pt>
    <dgm:pt modelId="{C7F40EFC-B1BA-4715-91F5-9C2883050797}" type="pres">
      <dgm:prSet presAssocID="{E8328445-BB83-4036-A0F9-F1ECBFCD89BF}" presName="parentText" presStyleLbl="node1" presStyleIdx="1" presStyleCnt="4" custScaleX="92986" custScaleY="17133">
        <dgm:presLayoutVars>
          <dgm:chMax val="1"/>
          <dgm:bulletEnabled val="1"/>
        </dgm:presLayoutVars>
      </dgm:prSet>
      <dgm:spPr/>
    </dgm:pt>
    <dgm:pt modelId="{D55DE490-8F3F-4CE3-931A-3CD41A02B329}" type="pres">
      <dgm:prSet presAssocID="{E8328445-BB83-4036-A0F9-F1ECBFCD89BF}" presName="descendantText" presStyleLbl="alignAccFollowNode1" presStyleIdx="1" presStyleCnt="4" custScaleX="222484" custScaleY="20828">
        <dgm:presLayoutVars>
          <dgm:bulletEnabled val="1"/>
        </dgm:presLayoutVars>
      </dgm:prSet>
      <dgm:spPr/>
    </dgm:pt>
    <dgm:pt modelId="{063BB9A5-B2FA-4F57-AAE2-4C46EA3A57F4}" type="pres">
      <dgm:prSet presAssocID="{87753A44-6FD5-4DC6-8939-D4910259744F}" presName="sp" presStyleCnt="0"/>
      <dgm:spPr/>
    </dgm:pt>
    <dgm:pt modelId="{62A8C097-A043-4948-B235-4B7E72397734}" type="pres">
      <dgm:prSet presAssocID="{69F3D00A-E7EB-42F5-B068-732DA25D6BDC}" presName="linNode" presStyleCnt="0"/>
      <dgm:spPr/>
    </dgm:pt>
    <dgm:pt modelId="{6BB9AD36-D891-4A2D-AE1A-0D06E9BDBE12}" type="pres">
      <dgm:prSet presAssocID="{69F3D00A-E7EB-42F5-B068-732DA25D6BDC}" presName="parentText" presStyleLbl="node1" presStyleIdx="2" presStyleCnt="4" custScaleX="92986" custScaleY="17133">
        <dgm:presLayoutVars>
          <dgm:chMax val="1"/>
          <dgm:bulletEnabled val="1"/>
        </dgm:presLayoutVars>
      </dgm:prSet>
      <dgm:spPr/>
    </dgm:pt>
    <dgm:pt modelId="{62EF450D-6C0F-4701-9D0D-EE5EE5EF9538}" type="pres">
      <dgm:prSet presAssocID="{69F3D00A-E7EB-42F5-B068-732DA25D6BDC}" presName="descendantText" presStyleLbl="alignAccFollowNode1" presStyleIdx="2" presStyleCnt="4" custScaleX="222484" custScaleY="20828">
        <dgm:presLayoutVars>
          <dgm:bulletEnabled val="1"/>
        </dgm:presLayoutVars>
      </dgm:prSet>
      <dgm:spPr/>
    </dgm:pt>
    <dgm:pt modelId="{BF7D0E37-5578-4638-9187-5B9B05A74928}" type="pres">
      <dgm:prSet presAssocID="{8F17A88B-099B-483A-BC83-49220DA9B49D}" presName="sp" presStyleCnt="0"/>
      <dgm:spPr/>
    </dgm:pt>
    <dgm:pt modelId="{6F1EC7EB-49D6-4E77-ABBE-3BA4FB43777F}" type="pres">
      <dgm:prSet presAssocID="{6D4617CC-6D6F-468E-ACA4-91F410615720}" presName="linNode" presStyleCnt="0"/>
      <dgm:spPr/>
    </dgm:pt>
    <dgm:pt modelId="{3D71AF2C-D3DC-4886-A9F6-923B435A5377}" type="pres">
      <dgm:prSet presAssocID="{6D4617CC-6D6F-468E-ACA4-91F410615720}" presName="parentText" presStyleLbl="node1" presStyleIdx="3" presStyleCnt="4" custScaleX="92986" custScaleY="17133">
        <dgm:presLayoutVars>
          <dgm:chMax val="1"/>
          <dgm:bulletEnabled val="1"/>
        </dgm:presLayoutVars>
      </dgm:prSet>
      <dgm:spPr/>
    </dgm:pt>
    <dgm:pt modelId="{78E9647E-4848-4047-8711-9832FF241260}" type="pres">
      <dgm:prSet presAssocID="{6D4617CC-6D6F-468E-ACA4-91F410615720}" presName="descendantText" presStyleLbl="alignAccFollowNode1" presStyleIdx="3" presStyleCnt="4" custScaleX="222484" custScaleY="20828">
        <dgm:presLayoutVars>
          <dgm:bulletEnabled val="1"/>
        </dgm:presLayoutVars>
      </dgm:prSet>
      <dgm:spPr/>
    </dgm:pt>
  </dgm:ptLst>
  <dgm:cxnLst>
    <dgm:cxn modelId="{2E8161CC-08DD-4FD9-89BD-6D451986A46E}" srcId="{4B0DABD3-1CC2-4F26-955D-4DD956F07363}" destId="{3AE8F9E0-E1D5-48D4-B9AF-A5487A648587}" srcOrd="0" destOrd="0" parTransId="{A9F720E5-0E9B-490A-8391-104E02608858}" sibTransId="{E9EBF688-1DAB-4799-985C-011AC1195BD5}"/>
    <dgm:cxn modelId="{A17A1104-7020-4B3B-A920-9BE9C6616D9E}" srcId="{3AE8F9E0-E1D5-48D4-B9AF-A5487A648587}" destId="{9DD977D2-DB53-4AB5-8904-C2D27A6BBCF2}" srcOrd="0" destOrd="0" parTransId="{F6F2E1BE-363A-405B-98D5-367BD98E2841}" sibTransId="{4B287DD1-03CB-4256-9DA4-9BA356486DBE}"/>
    <dgm:cxn modelId="{4125AE58-2B30-4824-9F9B-D1460A219A12}" srcId="{4B0DABD3-1CC2-4F26-955D-4DD956F07363}" destId="{E8328445-BB83-4036-A0F9-F1ECBFCD89BF}" srcOrd="1" destOrd="0" parTransId="{529B97A8-4865-4CF7-BA72-F0A25EC31475}" sibTransId="{87753A44-6FD5-4DC6-8939-D4910259744F}"/>
    <dgm:cxn modelId="{5FAA3EC0-7B5B-4772-A2DB-3FB9A27F4A50}" srcId="{E8328445-BB83-4036-A0F9-F1ECBFCD89BF}" destId="{91FA33EB-BFFA-41F3-AA4F-AE73870575BB}" srcOrd="0" destOrd="1" parTransId="{44BCE2CA-C35D-4B83-B5F2-D20C3E446D70}" sibTransId="{F706B6D0-11DC-49EA-8432-241114633D2D}"/>
    <dgm:cxn modelId="{45151880-E3AB-414C-9B2A-506BEDB17DE3}" srcId="{4B0DABD3-1CC2-4F26-955D-4DD956F07363}" destId="{69F3D00A-E7EB-42F5-B068-732DA25D6BDC}" srcOrd="2" destOrd="0" parTransId="{BAA166D0-B2C6-4DE7-A454-46DC0F3D2079}" sibTransId="{8F17A88B-099B-483A-BC83-49220DA9B49D}"/>
    <dgm:cxn modelId="{7FC125EB-BBA8-4BBE-8D9C-93D4983D1CE6}" srcId="{69F3D00A-E7EB-42F5-B068-732DA25D6BDC}" destId="{A96B5564-C291-4B65-9230-A1985ACEC69D}" srcOrd="0" destOrd="2" parTransId="{733CE01E-BCEB-49DC-A5A4-3FF157DE5AF2}" sibTransId="{7DD25729-5E0F-420B-81A9-A2AF2E3B9F48}"/>
    <dgm:cxn modelId="{76B9472D-3E64-4B6E-B8AA-FA40F9FF02EA}" srcId="{4B0DABD3-1CC2-4F26-955D-4DD956F07363}" destId="{6D4617CC-6D6F-468E-ACA4-91F410615720}" srcOrd="3" destOrd="0" parTransId="{B07B339B-1A1B-4EC4-B07C-E4849070518C}" sibTransId="{72417221-A12B-4A3F-9BE4-9C87DDE03BE2}"/>
    <dgm:cxn modelId="{B4440B95-0D83-4567-8A8F-C9D72EAE8576}" srcId="{6D4617CC-6D6F-468E-ACA4-91F410615720}" destId="{F4E65D9B-A6AB-4AED-9D0B-6D4D9F6B5C89}" srcOrd="0" destOrd="3" parTransId="{333DBD6F-85D7-4B3E-B21D-D07866BFA045}" sibTransId="{2DB07264-1CC6-4F25-A651-EE0277D76BE8}"/>
    <dgm:cxn modelId="{6F792A51-39F1-424E-B18E-C19D8EFDC98D}" type="presOf" srcId="{4B0DABD3-1CC2-4F26-955D-4DD956F07363}" destId="{1B101347-7504-4A68-BF16-75294ADA4B0F}" srcOrd="0" destOrd="0" presId="urn:microsoft.com/office/officeart/2005/8/layout/vList5"/>
    <dgm:cxn modelId="{BED5BE3A-B0EB-4CC4-8472-EDBB951194FB}" type="presParOf" srcId="{1B101347-7504-4A68-BF16-75294ADA4B0F}" destId="{67F5AAC1-7BED-48D0-BDED-386A246153EC}" srcOrd="0" destOrd="0" presId="urn:microsoft.com/office/officeart/2005/8/layout/vList5"/>
    <dgm:cxn modelId="{0269BDE7-49D8-477B-B0AE-2EC285346635}" type="presParOf" srcId="{67F5AAC1-7BED-48D0-BDED-386A246153EC}" destId="{E8379C1E-362F-49EE-B8DA-0338FF404859}" srcOrd="0" destOrd="0" presId="urn:microsoft.com/office/officeart/2005/8/layout/vList5"/>
    <dgm:cxn modelId="{3B8B845C-9310-41DA-B02E-C48510E9399F}" type="presOf" srcId="{3AE8F9E0-E1D5-48D4-B9AF-A5487A648587}" destId="{E8379C1E-362F-49EE-B8DA-0338FF404859}" srcOrd="0" destOrd="0" presId="urn:microsoft.com/office/officeart/2005/8/layout/vList5"/>
    <dgm:cxn modelId="{0A4304FB-B72A-4931-B515-D1D00248F752}" type="presParOf" srcId="{67F5AAC1-7BED-48D0-BDED-386A246153EC}" destId="{DF5D5C07-40A8-432F-B8FD-F22EEBCD943F}" srcOrd="1" destOrd="0" presId="urn:microsoft.com/office/officeart/2005/8/layout/vList5"/>
    <dgm:cxn modelId="{EC1A0A58-9B5E-4B74-BE7A-7050919EDBDB}" type="presOf" srcId="{9DD977D2-DB53-4AB5-8904-C2D27A6BBCF2}" destId="{DF5D5C07-40A8-432F-B8FD-F22EEBCD943F}" srcOrd="0" destOrd="0" presId="urn:microsoft.com/office/officeart/2005/8/layout/vList5"/>
    <dgm:cxn modelId="{D6216B64-56C7-45F4-9BC1-317C1214E90A}" type="presParOf" srcId="{1B101347-7504-4A68-BF16-75294ADA4B0F}" destId="{9EE8962F-F10B-4728-9CF1-C1C5B36C2D58}" srcOrd="1" destOrd="0" presId="urn:microsoft.com/office/officeart/2005/8/layout/vList5"/>
    <dgm:cxn modelId="{AA9E51DE-65D3-4A97-BDCD-A5CC3B4E2DFA}" type="presParOf" srcId="{1B101347-7504-4A68-BF16-75294ADA4B0F}" destId="{169E4EDF-1013-4E68-9E9C-1CD16095C2A9}" srcOrd="2" destOrd="0" presId="urn:microsoft.com/office/officeart/2005/8/layout/vList5"/>
    <dgm:cxn modelId="{1BCAA2DE-0862-4646-B3B7-54B376DA77A8}" type="presParOf" srcId="{169E4EDF-1013-4E68-9E9C-1CD16095C2A9}" destId="{C7F40EFC-B1BA-4715-91F5-9C2883050797}" srcOrd="0" destOrd="2" presId="urn:microsoft.com/office/officeart/2005/8/layout/vList5"/>
    <dgm:cxn modelId="{5F913ADF-7A45-4FDF-A3AF-9124889F401C}" type="presOf" srcId="{E8328445-BB83-4036-A0F9-F1ECBFCD89BF}" destId="{C7F40EFC-B1BA-4715-91F5-9C2883050797}" srcOrd="0" destOrd="0" presId="urn:microsoft.com/office/officeart/2005/8/layout/vList5"/>
    <dgm:cxn modelId="{2206C344-8DC0-4828-AAAD-087E73E4C97E}" type="presParOf" srcId="{169E4EDF-1013-4E68-9E9C-1CD16095C2A9}" destId="{D55DE490-8F3F-4CE3-931A-3CD41A02B329}" srcOrd="1" destOrd="2" presId="urn:microsoft.com/office/officeart/2005/8/layout/vList5"/>
    <dgm:cxn modelId="{EEA28C60-962B-443B-8B39-FB5DB301713B}" type="presOf" srcId="{91FA33EB-BFFA-41F3-AA4F-AE73870575BB}" destId="{D55DE490-8F3F-4CE3-931A-3CD41A02B329}" srcOrd="0" destOrd="0" presId="urn:microsoft.com/office/officeart/2005/8/layout/vList5"/>
    <dgm:cxn modelId="{42C79DE3-B936-47CA-86AF-6E1D079F6522}" type="presParOf" srcId="{1B101347-7504-4A68-BF16-75294ADA4B0F}" destId="{063BB9A5-B2FA-4F57-AAE2-4C46EA3A57F4}" srcOrd="3" destOrd="0" presId="urn:microsoft.com/office/officeart/2005/8/layout/vList5"/>
    <dgm:cxn modelId="{C9ADBFE6-8502-4D0F-B182-518C142E6313}" type="presParOf" srcId="{1B101347-7504-4A68-BF16-75294ADA4B0F}" destId="{62A8C097-A043-4948-B235-4B7E72397734}" srcOrd="4" destOrd="0" presId="urn:microsoft.com/office/officeart/2005/8/layout/vList5"/>
    <dgm:cxn modelId="{9631F78C-CEC4-4E13-A32E-3A76FCA37E83}" type="presParOf" srcId="{62A8C097-A043-4948-B235-4B7E72397734}" destId="{6BB9AD36-D891-4A2D-AE1A-0D06E9BDBE12}" srcOrd="0" destOrd="4" presId="urn:microsoft.com/office/officeart/2005/8/layout/vList5"/>
    <dgm:cxn modelId="{6F992D8F-30D5-4B5E-A208-F53BDFECEE18}" type="presOf" srcId="{69F3D00A-E7EB-42F5-B068-732DA25D6BDC}" destId="{6BB9AD36-D891-4A2D-AE1A-0D06E9BDBE12}" srcOrd="0" destOrd="0" presId="urn:microsoft.com/office/officeart/2005/8/layout/vList5"/>
    <dgm:cxn modelId="{80C65A64-DD86-4BBA-A6F6-90543E599B34}" type="presParOf" srcId="{62A8C097-A043-4948-B235-4B7E72397734}" destId="{62EF450D-6C0F-4701-9D0D-EE5EE5EF9538}" srcOrd="1" destOrd="4" presId="urn:microsoft.com/office/officeart/2005/8/layout/vList5"/>
    <dgm:cxn modelId="{96AE410E-71D4-4BB3-9D16-6DE5524CCA84}" type="presOf" srcId="{A96B5564-C291-4B65-9230-A1985ACEC69D}" destId="{62EF450D-6C0F-4701-9D0D-EE5EE5EF9538}" srcOrd="0" destOrd="0" presId="urn:microsoft.com/office/officeart/2005/8/layout/vList5"/>
    <dgm:cxn modelId="{607D0DEE-33EF-43E7-8455-C9BEB4DBF11A}" type="presParOf" srcId="{1B101347-7504-4A68-BF16-75294ADA4B0F}" destId="{BF7D0E37-5578-4638-9187-5B9B05A74928}" srcOrd="5" destOrd="0" presId="urn:microsoft.com/office/officeart/2005/8/layout/vList5"/>
    <dgm:cxn modelId="{50FB897F-8AA5-4F13-9F71-8355AD44474C}" type="presParOf" srcId="{1B101347-7504-4A68-BF16-75294ADA4B0F}" destId="{6F1EC7EB-49D6-4E77-ABBE-3BA4FB43777F}" srcOrd="6" destOrd="0" presId="urn:microsoft.com/office/officeart/2005/8/layout/vList5"/>
    <dgm:cxn modelId="{55D12C5D-7959-40A6-8C87-0BA9F7B60DEE}" type="presParOf" srcId="{6F1EC7EB-49D6-4E77-ABBE-3BA4FB43777F}" destId="{3D71AF2C-D3DC-4886-A9F6-923B435A5377}" srcOrd="0" destOrd="6" presId="urn:microsoft.com/office/officeart/2005/8/layout/vList5"/>
    <dgm:cxn modelId="{A730697A-B7CC-4164-92BA-C636A20702D7}" type="presOf" srcId="{6D4617CC-6D6F-468E-ACA4-91F410615720}" destId="{3D71AF2C-D3DC-4886-A9F6-923B435A5377}" srcOrd="0" destOrd="0" presId="urn:microsoft.com/office/officeart/2005/8/layout/vList5"/>
    <dgm:cxn modelId="{7C491B3A-7616-4C9F-A391-C5DFBE479280}" type="presParOf" srcId="{6F1EC7EB-49D6-4E77-ABBE-3BA4FB43777F}" destId="{78E9647E-4848-4047-8711-9832FF241260}" srcOrd="1" destOrd="6" presId="urn:microsoft.com/office/officeart/2005/8/layout/vList5"/>
    <dgm:cxn modelId="{66D6E71A-D67A-4624-B308-956CB3929E14}" type="presOf" srcId="{F4E65D9B-A6AB-4AED-9D0B-6D4D9F6B5C89}" destId="{78E9647E-4848-4047-8711-9832FF24126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037E15-11BB-4AF3-8CDF-9E95AF529E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FC6C2-B3D8-40C8-B0C4-85DBCBD1C639}">
      <dgm:prSet phldrT="[文本]" phldr="0" custT="1"/>
      <dgm:spPr>
        <a:xfrm rot="5400000">
          <a:off x="-238851" y="239239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AF828B3-934E-4370-B663-3E2D012244CA}" cxnId="{F087C5A6-4B04-47CD-9999-7E4F556D51DF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D3645590-8DC3-448E-B73F-2432666F769B}" cxnId="{F087C5A6-4B04-47CD-9999-7E4F556D51DF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9E9C108-667D-4F5F-BE83-11AAFADF1975}">
      <dgm:prSet phldrT="[文本]" phldr="0" custT="1"/>
      <dgm:spPr>
        <a:xfrm rot="5400000">
          <a:off x="3661495" y="-2553259"/>
          <a:ext cx="1035022" cy="6166101"/>
        </a:xfrm>
        <a:prstGeom prst="round2SameRect">
          <a:avLst/>
        </a:prstGeom>
      </dgm:spPr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样点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制备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过程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不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完善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43701AB-D222-4BFE-A1BE-768E40306F9A}" cxnId="{8D67AE3F-8793-40AC-9F76-7DB6811810AB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A778F8E2-C393-477F-BCFD-76646F350BFD}" cxnId="{8D67AE3F-8793-40AC-9F76-7DB6811810AB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A1656AD-EA56-4C05-9BF7-DBC88649E346}">
      <dgm:prSet phldrT="[文本]" phldr="0" custT="1"/>
      <dgm:spPr>
        <a:xfrm rot="5400000">
          <a:off x="-238851" y="1637240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B372F35A-B45E-4E38-A1C5-D9BD3F2F4AB0}" cxnId="{753A5526-4FA4-4A27-B62D-1E0613D0EB50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2AA897A8-0AB1-4196-B2A8-977E36AEF17A}" cxnId="{753A5526-4FA4-4A27-B62D-1E0613D0EB50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ED69F506-31DE-41C6-BBB1-9B4A8E6FA037}">
      <dgm:prSet phldrT="[文本]" custT="1"/>
      <dgm:spPr>
        <a:xfrm rot="5400000">
          <a:off x="3680179" y="-1167150"/>
          <a:ext cx="1035022" cy="6166101"/>
        </a:xfrm>
        <a:prstGeom prst="round2SameRect">
          <a:avLst/>
        </a:prstGeom>
      </dgm:spPr>
      <dgm:t>
        <a:bodyPr/>
        <a:lstStyle/>
        <a:p>
          <a:pPr algn="l"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环境变量制备不规范合理</a:t>
          </a:r>
        </a:p>
      </dgm:t>
    </dgm:pt>
    <dgm:pt modelId="{0A6FE80F-84E2-4ECE-8754-6EA412D357B8}" cxnId="{90A804FA-13B0-4B41-933C-17FB0656C6F1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7A7CA9C2-5BD1-4BDB-B3B2-F3108C862EA7}" cxnId="{90A804FA-13B0-4B41-933C-17FB0656C6F1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73656B0-3B61-43F7-A6F6-69B19F7A15CE}">
      <dgm:prSet phldrT="[文本]" phldr="0" custT="1"/>
      <dgm:spPr>
        <a:xfrm rot="5400000">
          <a:off x="-238851" y="3035241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62E14F54-2AE2-4837-A752-A74550A5D85A}" cxnId="{52D4F0E4-0F49-4C69-85CA-2A23C8166291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CC7AE748-D45B-41FA-A1DE-A42676E802D5}" cxnId="{52D4F0E4-0F49-4C69-85CA-2A23C8166291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BE1C3A7F-D006-4BC1-BA3E-7B9B72431ED5}">
      <dgm:prSet custT="1"/>
      <dgm:spPr/>
      <dgm:t>
        <a:bodyPr/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入模环境变量不合理</a:t>
          </a:r>
        </a:p>
      </dgm:t>
    </dgm:pt>
    <dgm:pt modelId="{50A0EB49-A7CB-492F-BA59-9338CEA4507E}" cxnId="{EBA0CF58-FCB0-4A7D-832F-600B960603E2}" type="parTrans">
      <dgm:prSet/>
      <dgm:spPr/>
      <dgm:t>
        <a:bodyPr/>
        <a:lstStyle/>
        <a:p>
          <a:endParaRPr lang="zh-CN" altLang="en-US" sz="2800"/>
        </a:p>
      </dgm:t>
    </dgm:pt>
    <dgm:pt modelId="{D677D4AF-3FA1-444B-BFB2-A2A0F83BF5A9}" cxnId="{EBA0CF58-FCB0-4A7D-832F-600B960603E2}" type="sibTrans">
      <dgm:prSet/>
      <dgm:spPr/>
      <dgm:t>
        <a:bodyPr/>
        <a:lstStyle/>
        <a:p>
          <a:endParaRPr lang="zh-CN" altLang="en-US" sz="2800"/>
        </a:p>
      </dgm:t>
    </dgm:pt>
    <dgm:pt modelId="{8775EA59-AF50-4F3B-B7FE-72FA14337590}">
      <dgm:prSet phldrT="[文本]" phldr="0" custT="1"/>
      <dgm:spPr>
        <a:xfrm rot="5400000">
          <a:off x="-238851" y="3035241"/>
          <a:ext cx="1592341" cy="1114639"/>
        </a:xfr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4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5B0CBB9A-79C0-48B9-AF58-4EF52F7325ED}" cxnId="{65590697-DA43-4AE8-A6C8-B0D456BE9F2B}" type="parTrans">
      <dgm:prSet/>
      <dgm:spPr/>
      <dgm:t>
        <a:bodyPr/>
        <a:lstStyle/>
        <a:p>
          <a:endParaRPr lang="zh-CN" altLang="en-US" sz="2800"/>
        </a:p>
      </dgm:t>
    </dgm:pt>
    <dgm:pt modelId="{31E80DFB-C534-4350-B591-891A8D9F6DCB}" cxnId="{65590697-DA43-4AE8-A6C8-B0D456BE9F2B}" type="sibTrans">
      <dgm:prSet/>
      <dgm:spPr/>
      <dgm:t>
        <a:bodyPr/>
        <a:lstStyle/>
        <a:p>
          <a:endParaRPr lang="zh-CN" altLang="en-US" sz="2800"/>
        </a:p>
      </dgm:t>
    </dgm:pt>
    <dgm:pt modelId="{94F53BCA-B579-4298-8A99-AD92F7CF3736}">
      <dgm:prSet custT="1"/>
      <dgm:spPr/>
      <dgm:t>
        <a:bodyPr/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制图模型或方法不合理</a:t>
          </a:r>
        </a:p>
      </dgm:t>
    </dgm:pt>
    <dgm:pt modelId="{7ECF5F90-ED0C-4714-8EE8-78E28211F62F}" cxnId="{3B85EB4A-F656-403F-BDD8-F69FCB0CA357}" type="parTrans">
      <dgm:prSet/>
      <dgm:spPr/>
      <dgm:t>
        <a:bodyPr/>
        <a:lstStyle/>
        <a:p>
          <a:endParaRPr lang="zh-CN" altLang="en-US" sz="2800"/>
        </a:p>
      </dgm:t>
    </dgm:pt>
    <dgm:pt modelId="{1F8019D3-54A8-4AA6-9059-B0B2F97F3440}" cxnId="{3B85EB4A-F656-403F-BDD8-F69FCB0CA357}" type="sibTrans">
      <dgm:prSet/>
      <dgm:spPr/>
      <dgm:t>
        <a:bodyPr/>
        <a:lstStyle/>
        <a:p>
          <a:endParaRPr lang="zh-CN" altLang="en-US" sz="2800"/>
        </a:p>
      </dgm:t>
    </dgm:pt>
    <dgm:pt modelId="{412A8F67-C196-403C-B4DB-45F1A5CD10DD}" type="pres">
      <dgm:prSet presAssocID="{F8037E15-11BB-4AF3-8CDF-9E95AF529EE2}" presName="linearFlow" presStyleCnt="0">
        <dgm:presLayoutVars>
          <dgm:dir/>
          <dgm:animLvl val="lvl"/>
          <dgm:resizeHandles val="exact"/>
        </dgm:presLayoutVars>
      </dgm:prSet>
      <dgm:spPr/>
    </dgm:pt>
    <dgm:pt modelId="{9F504897-DCC8-4007-A171-7041D634763E}" type="pres">
      <dgm:prSet presAssocID="{791FC6C2-B3D8-40C8-B0C4-85DBCBD1C639}" presName="composite" presStyleCnt="0"/>
      <dgm:spPr/>
    </dgm:pt>
    <dgm:pt modelId="{A7795317-BFF2-4AF9-A14B-522A45B5001D}" type="pres">
      <dgm:prSet presAssocID="{791FC6C2-B3D8-40C8-B0C4-85DBCBD1C639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20FB9E80-A787-4718-9711-691D63B22158}" type="pres">
      <dgm:prSet presAssocID="{791FC6C2-B3D8-40C8-B0C4-85DBCBD1C639}" presName="descendantText" presStyleLbl="alignAcc1" presStyleIdx="0" presStyleCnt="4" custLinFactNeighborX="-96" custLinFactNeighborY="1149">
        <dgm:presLayoutVars>
          <dgm:bulletEnabled val="1"/>
        </dgm:presLayoutVars>
      </dgm:prSet>
      <dgm:spPr/>
    </dgm:pt>
    <dgm:pt modelId="{F8D2028E-7608-48D7-827C-DB5477A18C75}" type="pres">
      <dgm:prSet presAssocID="{D3645590-8DC3-448E-B73F-2432666F769B}" presName="sp" presStyleCnt="0"/>
      <dgm:spPr/>
    </dgm:pt>
    <dgm:pt modelId="{0549A8D3-44C8-43DA-B312-87CB88E34B9E}" type="pres">
      <dgm:prSet presAssocID="{0A1656AD-EA56-4C05-9BF7-DBC88649E346}" presName="composite" presStyleCnt="0"/>
      <dgm:spPr/>
    </dgm:pt>
    <dgm:pt modelId="{05C38334-F6BF-4771-9302-A0EC21B3E040}" type="pres">
      <dgm:prSet presAssocID="{0A1656AD-EA56-4C05-9BF7-DBC88649E346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382F1DC-A483-4936-9344-37B06EB07AC4}" type="pres">
      <dgm:prSet presAssocID="{0A1656AD-EA56-4C05-9BF7-DBC88649E346}" presName="descendantText" presStyleLbl="alignAcc1" presStyleIdx="1" presStyleCnt="4" custLinFactNeighborX="-212" custLinFactNeighborY="-583">
        <dgm:presLayoutVars>
          <dgm:bulletEnabled val="1"/>
        </dgm:presLayoutVars>
      </dgm:prSet>
      <dgm:spPr/>
    </dgm:pt>
    <dgm:pt modelId="{CCB9EDCE-9A3F-494E-A4EA-9C0960EBCF55}" type="pres">
      <dgm:prSet presAssocID="{2AA897A8-0AB1-4196-B2A8-977E36AEF17A}" presName="sp" presStyleCnt="0"/>
      <dgm:spPr/>
    </dgm:pt>
    <dgm:pt modelId="{23FB4795-A552-4495-86B2-D29E727AD1B5}" type="pres">
      <dgm:prSet presAssocID="{073656B0-3B61-43F7-A6F6-69B19F7A15CE}" presName="composite" presStyleCnt="0"/>
      <dgm:spPr/>
    </dgm:pt>
    <dgm:pt modelId="{E298E9F1-0C48-415A-A06C-D2A84E3DD19E}" type="pres">
      <dgm:prSet presAssocID="{073656B0-3B61-43F7-A6F6-69B19F7A15CE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F7BC277-1A9D-4B9E-B8AC-FB958A120EE0}" type="pres">
      <dgm:prSet presAssocID="{073656B0-3B61-43F7-A6F6-69B19F7A15CE}" presName="descendantText" presStyleLbl="alignAcc1" presStyleIdx="2" presStyleCnt="4" custLinFactNeighborX="330">
        <dgm:presLayoutVars>
          <dgm:bulletEnabled val="1"/>
        </dgm:presLayoutVars>
      </dgm:prSet>
      <dgm:spPr>
        <a:prstGeom prst="round2SameRect">
          <a:avLst/>
        </a:prstGeom>
      </dgm:spPr>
    </dgm:pt>
    <dgm:pt modelId="{6CB63D92-2712-4E35-9133-4A811BD5F8C7}" type="pres">
      <dgm:prSet presAssocID="{CC7AE748-D45B-41FA-A1DE-A42676E802D5}" presName="sp" presStyleCnt="0"/>
      <dgm:spPr/>
    </dgm:pt>
    <dgm:pt modelId="{7473C7C8-C51F-4B4A-88E2-3D425D50B286}" type="pres">
      <dgm:prSet presAssocID="{8775EA59-AF50-4F3B-B7FE-72FA14337590}" presName="composite" presStyleCnt="0"/>
      <dgm:spPr/>
    </dgm:pt>
    <dgm:pt modelId="{CE94C4A8-EA5A-4598-931E-8A710D5F70B2}" type="pres">
      <dgm:prSet presAssocID="{8775EA59-AF50-4F3B-B7FE-72FA14337590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45C2E9D5-E155-42F9-9A58-D458AE38F33B}" type="pres">
      <dgm:prSet presAssocID="{8775EA59-AF50-4F3B-B7FE-72FA14337590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F087C5A6-4B04-47CD-9999-7E4F556D51DF}" srcId="{F8037E15-11BB-4AF3-8CDF-9E95AF529EE2}" destId="{791FC6C2-B3D8-40C8-B0C4-85DBCBD1C639}" srcOrd="0" destOrd="0" parTransId="{3AF828B3-934E-4370-B663-3E2D012244CA}" sibTransId="{D3645590-8DC3-448E-B73F-2432666F769B}"/>
    <dgm:cxn modelId="{8D67AE3F-8793-40AC-9F76-7DB6811810AB}" srcId="{791FC6C2-B3D8-40C8-B0C4-85DBCBD1C639}" destId="{09E9C108-667D-4F5F-BE83-11AAFADF1975}" srcOrd="0" destOrd="0" parTransId="{343701AB-D222-4BFE-A1BE-768E40306F9A}" sibTransId="{A778F8E2-C393-477F-BCFD-76646F350BFD}"/>
    <dgm:cxn modelId="{753A5526-4FA4-4A27-B62D-1E0613D0EB50}" srcId="{F8037E15-11BB-4AF3-8CDF-9E95AF529EE2}" destId="{0A1656AD-EA56-4C05-9BF7-DBC88649E346}" srcOrd="1" destOrd="0" parTransId="{B372F35A-B45E-4E38-A1C5-D9BD3F2F4AB0}" sibTransId="{2AA897A8-0AB1-4196-B2A8-977E36AEF17A}"/>
    <dgm:cxn modelId="{90A804FA-13B0-4B41-933C-17FB0656C6F1}" srcId="{0A1656AD-EA56-4C05-9BF7-DBC88649E346}" destId="{ED69F506-31DE-41C6-BBB1-9B4A8E6FA037}" srcOrd="0" destOrd="1" parTransId="{0A6FE80F-84E2-4ECE-8754-6EA412D357B8}" sibTransId="{7A7CA9C2-5BD1-4BDB-B3B2-F3108C862EA7}"/>
    <dgm:cxn modelId="{52D4F0E4-0F49-4C69-85CA-2A23C8166291}" srcId="{F8037E15-11BB-4AF3-8CDF-9E95AF529EE2}" destId="{073656B0-3B61-43F7-A6F6-69B19F7A15CE}" srcOrd="2" destOrd="0" parTransId="{62E14F54-2AE2-4837-A752-A74550A5D85A}" sibTransId="{CC7AE748-D45B-41FA-A1DE-A42676E802D5}"/>
    <dgm:cxn modelId="{EBA0CF58-FCB0-4A7D-832F-600B960603E2}" srcId="{073656B0-3B61-43F7-A6F6-69B19F7A15CE}" destId="{BE1C3A7F-D006-4BC1-BA3E-7B9B72431ED5}" srcOrd="0" destOrd="2" parTransId="{50A0EB49-A7CB-492F-BA59-9338CEA4507E}" sibTransId="{D677D4AF-3FA1-444B-BFB2-A2A0F83BF5A9}"/>
    <dgm:cxn modelId="{65590697-DA43-4AE8-A6C8-B0D456BE9F2B}" srcId="{F8037E15-11BB-4AF3-8CDF-9E95AF529EE2}" destId="{8775EA59-AF50-4F3B-B7FE-72FA14337590}" srcOrd="3" destOrd="0" parTransId="{5B0CBB9A-79C0-48B9-AF58-4EF52F7325ED}" sibTransId="{31E80DFB-C534-4350-B591-891A8D9F6DCB}"/>
    <dgm:cxn modelId="{3B85EB4A-F656-403F-BDD8-F69FCB0CA357}" srcId="{8775EA59-AF50-4F3B-B7FE-72FA14337590}" destId="{94F53BCA-B579-4298-8A99-AD92F7CF3736}" srcOrd="0" destOrd="3" parTransId="{7ECF5F90-ED0C-4714-8EE8-78E28211F62F}" sibTransId="{1F8019D3-54A8-4AA6-9059-B0B2F97F3440}"/>
    <dgm:cxn modelId="{A1DCE6C6-9A02-40E8-B433-987158261693}" type="presOf" srcId="{F8037E15-11BB-4AF3-8CDF-9E95AF529EE2}" destId="{412A8F67-C196-403C-B4DB-45F1A5CD10DD}" srcOrd="0" destOrd="0" presId="urn:microsoft.com/office/officeart/2005/8/layout/chevron2"/>
    <dgm:cxn modelId="{7D7C3F2A-6098-4D49-9118-CF5511B621F5}" type="presParOf" srcId="{412A8F67-C196-403C-B4DB-45F1A5CD10DD}" destId="{9F504897-DCC8-4007-A171-7041D634763E}" srcOrd="0" destOrd="0" presId="urn:microsoft.com/office/officeart/2005/8/layout/chevron2"/>
    <dgm:cxn modelId="{86092227-5A9C-4F2D-B6F7-31AE544F3126}" type="presParOf" srcId="{9F504897-DCC8-4007-A171-7041D634763E}" destId="{A7795317-BFF2-4AF9-A14B-522A45B5001D}" srcOrd="0" destOrd="0" presId="urn:microsoft.com/office/officeart/2005/8/layout/chevron2"/>
    <dgm:cxn modelId="{6354968F-78A5-4F7D-B894-1DAA2BBCD57D}" type="presOf" srcId="{791FC6C2-B3D8-40C8-B0C4-85DBCBD1C639}" destId="{A7795317-BFF2-4AF9-A14B-522A45B5001D}" srcOrd="0" destOrd="0" presId="urn:microsoft.com/office/officeart/2005/8/layout/chevron2"/>
    <dgm:cxn modelId="{69187CBC-81E4-4AF6-9B47-28DEA379068C}" type="presParOf" srcId="{9F504897-DCC8-4007-A171-7041D634763E}" destId="{20FB9E80-A787-4718-9711-691D63B22158}" srcOrd="1" destOrd="0" presId="urn:microsoft.com/office/officeart/2005/8/layout/chevron2"/>
    <dgm:cxn modelId="{5477AC38-FA3C-4839-8C93-C90055E0AA83}" type="presOf" srcId="{09E9C108-667D-4F5F-BE83-11AAFADF1975}" destId="{20FB9E80-A787-4718-9711-691D63B22158}" srcOrd="0" destOrd="0" presId="urn:microsoft.com/office/officeart/2005/8/layout/chevron2"/>
    <dgm:cxn modelId="{AF046690-BCF5-49B2-8698-20064A2A54E8}" type="presParOf" srcId="{412A8F67-C196-403C-B4DB-45F1A5CD10DD}" destId="{F8D2028E-7608-48D7-827C-DB5477A18C75}" srcOrd="1" destOrd="0" presId="urn:microsoft.com/office/officeart/2005/8/layout/chevron2"/>
    <dgm:cxn modelId="{C1720277-560D-4CA1-8525-F907D108FF1D}" type="presOf" srcId="{D3645590-8DC3-448E-B73F-2432666F769B}" destId="{F8D2028E-7608-48D7-827C-DB5477A18C75}" srcOrd="0" destOrd="0" presId="urn:microsoft.com/office/officeart/2005/8/layout/chevron2"/>
    <dgm:cxn modelId="{676285D3-6FE5-4B69-BB43-4149077479C7}" type="presParOf" srcId="{412A8F67-C196-403C-B4DB-45F1A5CD10DD}" destId="{0549A8D3-44C8-43DA-B312-87CB88E34B9E}" srcOrd="2" destOrd="0" presId="urn:microsoft.com/office/officeart/2005/8/layout/chevron2"/>
    <dgm:cxn modelId="{BC0C6E86-D9EF-4585-B757-1A8BBF88B19E}" type="presParOf" srcId="{0549A8D3-44C8-43DA-B312-87CB88E34B9E}" destId="{05C38334-F6BF-4771-9302-A0EC21B3E040}" srcOrd="0" destOrd="2" presId="urn:microsoft.com/office/officeart/2005/8/layout/chevron2"/>
    <dgm:cxn modelId="{F254904B-9A78-44DA-BBA1-C3E2CFDE60A6}" type="presOf" srcId="{0A1656AD-EA56-4C05-9BF7-DBC88649E346}" destId="{05C38334-F6BF-4771-9302-A0EC21B3E040}" srcOrd="0" destOrd="0" presId="urn:microsoft.com/office/officeart/2005/8/layout/chevron2"/>
    <dgm:cxn modelId="{A072F5C0-607B-435A-A58A-11DC67C0DF1E}" type="presParOf" srcId="{0549A8D3-44C8-43DA-B312-87CB88E34B9E}" destId="{2382F1DC-A483-4936-9344-37B06EB07AC4}" srcOrd="1" destOrd="2" presId="urn:microsoft.com/office/officeart/2005/8/layout/chevron2"/>
    <dgm:cxn modelId="{D7F5809B-A3E1-4B27-BB42-6ACE5B992F25}" type="presOf" srcId="{ED69F506-31DE-41C6-BBB1-9B4A8E6FA037}" destId="{2382F1DC-A483-4936-9344-37B06EB07AC4}" srcOrd="0" destOrd="0" presId="urn:microsoft.com/office/officeart/2005/8/layout/chevron2"/>
    <dgm:cxn modelId="{5A169BCA-2E2A-443C-8017-52BDA0009A59}" type="presParOf" srcId="{412A8F67-C196-403C-B4DB-45F1A5CD10DD}" destId="{CCB9EDCE-9A3F-494E-A4EA-9C0960EBCF55}" srcOrd="3" destOrd="0" presId="urn:microsoft.com/office/officeart/2005/8/layout/chevron2"/>
    <dgm:cxn modelId="{2F3E2E27-D221-4B75-8B7F-FD07AC682B32}" type="presOf" srcId="{2AA897A8-0AB1-4196-B2A8-977E36AEF17A}" destId="{CCB9EDCE-9A3F-494E-A4EA-9C0960EBCF55}" srcOrd="0" destOrd="0" presId="urn:microsoft.com/office/officeart/2005/8/layout/chevron2"/>
    <dgm:cxn modelId="{CC2989EC-9DF3-4E4F-95A0-62BEFD1E38AE}" type="presParOf" srcId="{412A8F67-C196-403C-B4DB-45F1A5CD10DD}" destId="{23FB4795-A552-4495-86B2-D29E727AD1B5}" srcOrd="4" destOrd="0" presId="urn:microsoft.com/office/officeart/2005/8/layout/chevron2"/>
    <dgm:cxn modelId="{2654480D-8628-428F-80D2-042304FFFD7F}" type="presParOf" srcId="{23FB4795-A552-4495-86B2-D29E727AD1B5}" destId="{E298E9F1-0C48-415A-A06C-D2A84E3DD19E}" srcOrd="0" destOrd="4" presId="urn:microsoft.com/office/officeart/2005/8/layout/chevron2"/>
    <dgm:cxn modelId="{77EA772A-E341-48AB-B9F5-21E6FBFEB4C5}" type="presOf" srcId="{073656B0-3B61-43F7-A6F6-69B19F7A15CE}" destId="{E298E9F1-0C48-415A-A06C-D2A84E3DD19E}" srcOrd="0" destOrd="0" presId="urn:microsoft.com/office/officeart/2005/8/layout/chevron2"/>
    <dgm:cxn modelId="{FF176177-DDA7-4E05-A646-21E8D25F4AB5}" type="presParOf" srcId="{23FB4795-A552-4495-86B2-D29E727AD1B5}" destId="{1F7BC277-1A9D-4B9E-B8AC-FB958A120EE0}" srcOrd="1" destOrd="4" presId="urn:microsoft.com/office/officeart/2005/8/layout/chevron2"/>
    <dgm:cxn modelId="{E9D532BB-E4AF-43EA-BF7D-DF905FE06D69}" type="presOf" srcId="{BE1C3A7F-D006-4BC1-BA3E-7B9B72431ED5}" destId="{1F7BC277-1A9D-4B9E-B8AC-FB958A120EE0}" srcOrd="0" destOrd="0" presId="urn:microsoft.com/office/officeart/2005/8/layout/chevron2"/>
    <dgm:cxn modelId="{C457ABAF-866B-440B-8D29-016FA6A70EEB}" type="presParOf" srcId="{412A8F67-C196-403C-B4DB-45F1A5CD10DD}" destId="{6CB63D92-2712-4E35-9133-4A811BD5F8C7}" srcOrd="5" destOrd="0" presId="urn:microsoft.com/office/officeart/2005/8/layout/chevron2"/>
    <dgm:cxn modelId="{345C3E6F-8CF8-4999-8775-A8210E23171B}" type="presOf" srcId="{CC7AE748-D45B-41FA-A1DE-A42676E802D5}" destId="{6CB63D92-2712-4E35-9133-4A811BD5F8C7}" srcOrd="0" destOrd="0" presId="urn:microsoft.com/office/officeart/2005/8/layout/chevron2"/>
    <dgm:cxn modelId="{3736431D-EC1E-4CE1-8EC2-A4D5C00CFAC4}" type="presParOf" srcId="{412A8F67-C196-403C-B4DB-45F1A5CD10DD}" destId="{7473C7C8-C51F-4B4A-88E2-3D425D50B286}" srcOrd="6" destOrd="0" presId="urn:microsoft.com/office/officeart/2005/8/layout/chevron2"/>
    <dgm:cxn modelId="{C5087C6A-EDC3-433F-B01D-425F691A7BF0}" type="presParOf" srcId="{7473C7C8-C51F-4B4A-88E2-3D425D50B286}" destId="{CE94C4A8-EA5A-4598-931E-8A710D5F70B2}" srcOrd="0" destOrd="6" presId="urn:microsoft.com/office/officeart/2005/8/layout/chevron2"/>
    <dgm:cxn modelId="{FBC36F09-38DB-4100-82D3-AAF30BE9D45C}" type="presOf" srcId="{8775EA59-AF50-4F3B-B7FE-72FA14337590}" destId="{CE94C4A8-EA5A-4598-931E-8A710D5F70B2}" srcOrd="0" destOrd="0" presId="urn:microsoft.com/office/officeart/2005/8/layout/chevron2"/>
    <dgm:cxn modelId="{0B633B77-AAF8-4C72-B83C-432CE51D5450}" type="presParOf" srcId="{7473C7C8-C51F-4B4A-88E2-3D425D50B286}" destId="{45C2E9D5-E155-42F9-9A58-D458AE38F33B}" srcOrd="1" destOrd="6" presId="urn:microsoft.com/office/officeart/2005/8/layout/chevron2"/>
    <dgm:cxn modelId="{D587C9BE-619F-40D5-8DA7-3C1AE9F582E6}" type="presOf" srcId="{94F53BCA-B579-4298-8A99-AD92F7CF3736}" destId="{45C2E9D5-E155-42F9-9A58-D458AE38F33B}" srcOrd="0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037E15-11BB-4AF3-8CDF-9E95AF529E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FC6C2-B3D8-40C8-B0C4-85DBCBD1C639}">
      <dgm:prSet phldrT="[文本]" phldr="0" custT="1"/>
      <dgm:spPr>
        <a:xfrm rot="5400000">
          <a:off x="-238851" y="239239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AF828B3-934E-4370-B663-3E2D012244CA}" cxnId="{2E9A1B9D-36A4-45B5-83BC-5C060F2A1F27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D3645590-8DC3-448E-B73F-2432666F769B}" cxnId="{2E9A1B9D-36A4-45B5-83BC-5C060F2A1F27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9E9C108-667D-4F5F-BE83-11AAFADF1975}">
      <dgm:prSet phldrT="[文本]" custT="1"/>
      <dgm:spPr>
        <a:xfrm rot="5400000">
          <a:off x="3661495" y="-2553259"/>
          <a:ext cx="1035022" cy="6166101"/>
        </a:xfrm>
        <a:prstGeom prst="round2SameRect">
          <a:avLst/>
        </a:prstGeom>
      </dgm:spPr>
      <dgm:t>
        <a:bodyPr/>
        <a:lstStyle/>
        <a:p>
          <a:pPr algn="l"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制图精度验证结果过高或过低</a:t>
          </a:r>
        </a:p>
      </dgm:t>
    </dgm:pt>
    <dgm:pt modelId="{343701AB-D222-4BFE-A1BE-768E40306F9A}" cxnId="{3A90E10F-F9D2-433F-B38E-10405FCA9FC9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A778F8E2-C393-477F-BCFD-76646F350BFD}" cxnId="{3A90E10F-F9D2-433F-B38E-10405FCA9FC9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A1656AD-EA56-4C05-9BF7-DBC88649E346}">
      <dgm:prSet phldrT="[文本]" phldr="0" custT="1"/>
      <dgm:spPr>
        <a:xfrm rot="5400000">
          <a:off x="-238851" y="1637240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B372F35A-B45E-4E38-A1C5-D9BD3F2F4AB0}" cxnId="{7D0B67C4-4D94-4618-ADA0-E615EA92A39C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2AA897A8-0AB1-4196-B2A8-977E36AEF17A}" cxnId="{7D0B67C4-4D94-4618-ADA0-E615EA92A39C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ED69F506-31DE-41C6-BBB1-9B4A8E6FA037}">
      <dgm:prSet phldrT="[文本]" custT="1"/>
      <dgm:spPr>
        <a:xfrm rot="5400000">
          <a:off x="3680179" y="-1167150"/>
          <a:ext cx="1035022" cy="6166101"/>
        </a:xfrm>
        <a:prstGeom prst="round2SameRect">
          <a:avLst/>
        </a:prstGeom>
      </dgm:spPr>
      <dgm:t>
        <a:bodyPr/>
        <a:lstStyle/>
        <a:p>
          <a:pPr algn="l"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制图精度评价指标间逻辑一致性差</a:t>
          </a:r>
        </a:p>
      </dgm:t>
    </dgm:pt>
    <dgm:pt modelId="{0A6FE80F-84E2-4ECE-8754-6EA412D357B8}" cxnId="{404F3214-D658-4B0E-BD79-62BB10D32D58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7A7CA9C2-5BD1-4BDB-B3B2-F3108C862EA7}" cxnId="{404F3214-D658-4B0E-BD79-62BB10D32D58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73656B0-3B61-43F7-A6F6-69B19F7A15CE}">
      <dgm:prSet phldrT="[文本]" phldr="0" custT="1"/>
      <dgm:spPr>
        <a:xfrm rot="5400000">
          <a:off x="-238851" y="3035241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62E14F54-2AE2-4837-A752-A74550A5D85A}" cxnId="{BFA91614-1B26-4DC3-8B32-5C7739179873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CC7AE748-D45B-41FA-A1DE-A42676E802D5}" cxnId="{BFA91614-1B26-4DC3-8B32-5C7739179873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BE1C3A7F-D006-4BC1-BA3E-7B9B72431ED5}">
      <dgm:prSet custT="1"/>
      <dgm:spPr/>
      <dgm:t>
        <a:bodyPr/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制图结果空间分布合理性、准确性差</a:t>
          </a:r>
        </a:p>
      </dgm:t>
    </dgm:pt>
    <dgm:pt modelId="{50A0EB49-A7CB-492F-BA59-9338CEA4507E}" cxnId="{78002017-7616-4FE6-86B8-89BCE643C189}" type="parTrans">
      <dgm:prSet/>
      <dgm:spPr/>
      <dgm:t>
        <a:bodyPr/>
        <a:lstStyle/>
        <a:p>
          <a:endParaRPr lang="zh-CN" altLang="en-US" sz="2800"/>
        </a:p>
      </dgm:t>
    </dgm:pt>
    <dgm:pt modelId="{D677D4AF-3FA1-444B-BFB2-A2A0F83BF5A9}" cxnId="{78002017-7616-4FE6-86B8-89BCE643C189}" type="sibTrans">
      <dgm:prSet/>
      <dgm:spPr/>
      <dgm:t>
        <a:bodyPr/>
        <a:lstStyle/>
        <a:p>
          <a:endParaRPr lang="zh-CN" altLang="en-US" sz="2800"/>
        </a:p>
      </dgm:t>
    </dgm:pt>
    <dgm:pt modelId="{412A8F67-C196-403C-B4DB-45F1A5CD10DD}" type="pres">
      <dgm:prSet presAssocID="{F8037E15-11BB-4AF3-8CDF-9E95AF529EE2}" presName="linearFlow" presStyleCnt="0">
        <dgm:presLayoutVars>
          <dgm:dir/>
          <dgm:animLvl val="lvl"/>
          <dgm:resizeHandles val="exact"/>
        </dgm:presLayoutVars>
      </dgm:prSet>
      <dgm:spPr/>
    </dgm:pt>
    <dgm:pt modelId="{9F504897-DCC8-4007-A171-7041D634763E}" type="pres">
      <dgm:prSet presAssocID="{791FC6C2-B3D8-40C8-B0C4-85DBCBD1C639}" presName="composite" presStyleCnt="0"/>
      <dgm:spPr/>
    </dgm:pt>
    <dgm:pt modelId="{A7795317-BFF2-4AF9-A14B-522A45B5001D}" type="pres">
      <dgm:prSet presAssocID="{791FC6C2-B3D8-40C8-B0C4-85DBCBD1C6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0FB9E80-A787-4718-9711-691D63B22158}" type="pres">
      <dgm:prSet presAssocID="{791FC6C2-B3D8-40C8-B0C4-85DBCBD1C639}" presName="descendantText" presStyleLbl="alignAcc1" presStyleIdx="0" presStyleCnt="3" custLinFactNeighborX="-96" custLinFactNeighborY="1149">
        <dgm:presLayoutVars>
          <dgm:bulletEnabled val="1"/>
        </dgm:presLayoutVars>
      </dgm:prSet>
      <dgm:spPr/>
    </dgm:pt>
    <dgm:pt modelId="{F8D2028E-7608-48D7-827C-DB5477A18C75}" type="pres">
      <dgm:prSet presAssocID="{D3645590-8DC3-448E-B73F-2432666F769B}" presName="sp" presStyleCnt="0"/>
      <dgm:spPr/>
    </dgm:pt>
    <dgm:pt modelId="{0549A8D3-44C8-43DA-B312-87CB88E34B9E}" type="pres">
      <dgm:prSet presAssocID="{0A1656AD-EA56-4C05-9BF7-DBC88649E346}" presName="composite" presStyleCnt="0"/>
      <dgm:spPr/>
    </dgm:pt>
    <dgm:pt modelId="{05C38334-F6BF-4771-9302-A0EC21B3E040}" type="pres">
      <dgm:prSet presAssocID="{0A1656AD-EA56-4C05-9BF7-DBC88649E34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382F1DC-A483-4936-9344-37B06EB07AC4}" type="pres">
      <dgm:prSet presAssocID="{0A1656AD-EA56-4C05-9BF7-DBC88649E346}" presName="descendantText" presStyleLbl="alignAcc1" presStyleIdx="1" presStyleCnt="3" custLinFactNeighborX="-212" custLinFactNeighborY="-583">
        <dgm:presLayoutVars>
          <dgm:bulletEnabled val="1"/>
        </dgm:presLayoutVars>
      </dgm:prSet>
      <dgm:spPr/>
    </dgm:pt>
    <dgm:pt modelId="{CCB9EDCE-9A3F-494E-A4EA-9C0960EBCF55}" type="pres">
      <dgm:prSet presAssocID="{2AA897A8-0AB1-4196-B2A8-977E36AEF17A}" presName="sp" presStyleCnt="0"/>
      <dgm:spPr/>
    </dgm:pt>
    <dgm:pt modelId="{23FB4795-A552-4495-86B2-D29E727AD1B5}" type="pres">
      <dgm:prSet presAssocID="{073656B0-3B61-43F7-A6F6-69B19F7A15CE}" presName="composite" presStyleCnt="0"/>
      <dgm:spPr/>
    </dgm:pt>
    <dgm:pt modelId="{E298E9F1-0C48-415A-A06C-D2A84E3DD19E}" type="pres">
      <dgm:prSet presAssocID="{073656B0-3B61-43F7-A6F6-69B19F7A15C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F7BC277-1A9D-4B9E-B8AC-FB958A120EE0}" type="pres">
      <dgm:prSet presAssocID="{073656B0-3B61-43F7-A6F6-69B19F7A15CE}" presName="descendantText" presStyleLbl="alignAcc1" presStyleIdx="2" presStyleCnt="3" custLinFactNeighborX="330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2E9A1B9D-36A4-45B5-83BC-5C060F2A1F27}" srcId="{F8037E15-11BB-4AF3-8CDF-9E95AF529EE2}" destId="{791FC6C2-B3D8-40C8-B0C4-85DBCBD1C639}" srcOrd="0" destOrd="0" parTransId="{3AF828B3-934E-4370-B663-3E2D012244CA}" sibTransId="{D3645590-8DC3-448E-B73F-2432666F769B}"/>
    <dgm:cxn modelId="{3A90E10F-F9D2-433F-B38E-10405FCA9FC9}" srcId="{791FC6C2-B3D8-40C8-B0C4-85DBCBD1C639}" destId="{09E9C108-667D-4F5F-BE83-11AAFADF1975}" srcOrd="0" destOrd="0" parTransId="{343701AB-D222-4BFE-A1BE-768E40306F9A}" sibTransId="{A778F8E2-C393-477F-BCFD-76646F350BFD}"/>
    <dgm:cxn modelId="{7D0B67C4-4D94-4618-ADA0-E615EA92A39C}" srcId="{F8037E15-11BB-4AF3-8CDF-9E95AF529EE2}" destId="{0A1656AD-EA56-4C05-9BF7-DBC88649E346}" srcOrd="1" destOrd="0" parTransId="{B372F35A-B45E-4E38-A1C5-D9BD3F2F4AB0}" sibTransId="{2AA897A8-0AB1-4196-B2A8-977E36AEF17A}"/>
    <dgm:cxn modelId="{404F3214-D658-4B0E-BD79-62BB10D32D58}" srcId="{0A1656AD-EA56-4C05-9BF7-DBC88649E346}" destId="{ED69F506-31DE-41C6-BBB1-9B4A8E6FA037}" srcOrd="0" destOrd="1" parTransId="{0A6FE80F-84E2-4ECE-8754-6EA412D357B8}" sibTransId="{7A7CA9C2-5BD1-4BDB-B3B2-F3108C862EA7}"/>
    <dgm:cxn modelId="{BFA91614-1B26-4DC3-8B32-5C7739179873}" srcId="{F8037E15-11BB-4AF3-8CDF-9E95AF529EE2}" destId="{073656B0-3B61-43F7-A6F6-69B19F7A15CE}" srcOrd="2" destOrd="0" parTransId="{62E14F54-2AE2-4837-A752-A74550A5D85A}" sibTransId="{CC7AE748-D45B-41FA-A1DE-A42676E802D5}"/>
    <dgm:cxn modelId="{78002017-7616-4FE6-86B8-89BCE643C189}" srcId="{073656B0-3B61-43F7-A6F6-69B19F7A15CE}" destId="{BE1C3A7F-D006-4BC1-BA3E-7B9B72431ED5}" srcOrd="0" destOrd="2" parTransId="{50A0EB49-A7CB-492F-BA59-9338CEA4507E}" sibTransId="{D677D4AF-3FA1-444B-BFB2-A2A0F83BF5A9}"/>
    <dgm:cxn modelId="{8B8AB586-04DF-4D8F-92A0-ACA569D5A964}" type="presOf" srcId="{F8037E15-11BB-4AF3-8CDF-9E95AF529EE2}" destId="{412A8F67-C196-403C-B4DB-45F1A5CD10DD}" srcOrd="0" destOrd="0" presId="urn:microsoft.com/office/officeart/2005/8/layout/chevron2"/>
    <dgm:cxn modelId="{4260EA7D-8B9E-4EB4-9A5D-762BA7E83E45}" type="presParOf" srcId="{412A8F67-C196-403C-B4DB-45F1A5CD10DD}" destId="{9F504897-DCC8-4007-A171-7041D634763E}" srcOrd="0" destOrd="0" presId="urn:microsoft.com/office/officeart/2005/8/layout/chevron2"/>
    <dgm:cxn modelId="{CA6E8E78-76E8-4490-8519-5C6E0BE07EAA}" type="presParOf" srcId="{9F504897-DCC8-4007-A171-7041D634763E}" destId="{A7795317-BFF2-4AF9-A14B-522A45B5001D}" srcOrd="0" destOrd="0" presId="urn:microsoft.com/office/officeart/2005/8/layout/chevron2"/>
    <dgm:cxn modelId="{73C048F0-DCBC-4D53-A3BE-D5D3BC7DED00}" type="presOf" srcId="{791FC6C2-B3D8-40C8-B0C4-85DBCBD1C639}" destId="{A7795317-BFF2-4AF9-A14B-522A45B5001D}" srcOrd="0" destOrd="0" presId="urn:microsoft.com/office/officeart/2005/8/layout/chevron2"/>
    <dgm:cxn modelId="{64F227C2-AD4A-4CD8-AC05-23E34A202C9D}" type="presParOf" srcId="{9F504897-DCC8-4007-A171-7041D634763E}" destId="{20FB9E80-A787-4718-9711-691D63B22158}" srcOrd="1" destOrd="0" presId="urn:microsoft.com/office/officeart/2005/8/layout/chevron2"/>
    <dgm:cxn modelId="{D5D2DB9E-FE60-4C73-9378-0CC9407E09C2}" type="presOf" srcId="{09E9C108-667D-4F5F-BE83-11AAFADF1975}" destId="{20FB9E80-A787-4718-9711-691D63B22158}" srcOrd="0" destOrd="0" presId="urn:microsoft.com/office/officeart/2005/8/layout/chevron2"/>
    <dgm:cxn modelId="{23986AC6-FB6A-4EAA-ABDC-052E0B750BE8}" type="presParOf" srcId="{412A8F67-C196-403C-B4DB-45F1A5CD10DD}" destId="{F8D2028E-7608-48D7-827C-DB5477A18C75}" srcOrd="1" destOrd="0" presId="urn:microsoft.com/office/officeart/2005/8/layout/chevron2"/>
    <dgm:cxn modelId="{013D7561-35B3-41C0-8F9B-E4DA04E2005E}" type="presOf" srcId="{D3645590-8DC3-448E-B73F-2432666F769B}" destId="{F8D2028E-7608-48D7-827C-DB5477A18C75}" srcOrd="0" destOrd="0" presId="urn:microsoft.com/office/officeart/2005/8/layout/chevron2"/>
    <dgm:cxn modelId="{FCB1C34F-C097-44BD-ACAF-F20B3F2A4A64}" type="presParOf" srcId="{412A8F67-C196-403C-B4DB-45F1A5CD10DD}" destId="{0549A8D3-44C8-43DA-B312-87CB88E34B9E}" srcOrd="2" destOrd="0" presId="urn:microsoft.com/office/officeart/2005/8/layout/chevron2"/>
    <dgm:cxn modelId="{73E1733A-AD28-4A04-B801-F812A6A823FF}" type="presParOf" srcId="{0549A8D3-44C8-43DA-B312-87CB88E34B9E}" destId="{05C38334-F6BF-4771-9302-A0EC21B3E040}" srcOrd="0" destOrd="2" presId="urn:microsoft.com/office/officeart/2005/8/layout/chevron2"/>
    <dgm:cxn modelId="{48670D4E-AF6B-4D9C-BA8F-F285955E2604}" type="presOf" srcId="{0A1656AD-EA56-4C05-9BF7-DBC88649E346}" destId="{05C38334-F6BF-4771-9302-A0EC21B3E040}" srcOrd="0" destOrd="0" presId="urn:microsoft.com/office/officeart/2005/8/layout/chevron2"/>
    <dgm:cxn modelId="{6EB0A285-12A6-486C-A831-D024F4E7C7C2}" type="presParOf" srcId="{0549A8D3-44C8-43DA-B312-87CB88E34B9E}" destId="{2382F1DC-A483-4936-9344-37B06EB07AC4}" srcOrd="1" destOrd="2" presId="urn:microsoft.com/office/officeart/2005/8/layout/chevron2"/>
    <dgm:cxn modelId="{271AC170-3C48-4FCF-B8CF-3C2615F76121}" type="presOf" srcId="{ED69F506-31DE-41C6-BBB1-9B4A8E6FA037}" destId="{2382F1DC-A483-4936-9344-37B06EB07AC4}" srcOrd="0" destOrd="0" presId="urn:microsoft.com/office/officeart/2005/8/layout/chevron2"/>
    <dgm:cxn modelId="{F4C7C54A-E08B-45BA-886E-66AB7CFDD460}" type="presParOf" srcId="{412A8F67-C196-403C-B4DB-45F1A5CD10DD}" destId="{CCB9EDCE-9A3F-494E-A4EA-9C0960EBCF55}" srcOrd="3" destOrd="0" presId="urn:microsoft.com/office/officeart/2005/8/layout/chevron2"/>
    <dgm:cxn modelId="{A6F9FB78-9953-4420-864B-80D0C2F4CA31}" type="presOf" srcId="{2AA897A8-0AB1-4196-B2A8-977E36AEF17A}" destId="{CCB9EDCE-9A3F-494E-A4EA-9C0960EBCF55}" srcOrd="0" destOrd="0" presId="urn:microsoft.com/office/officeart/2005/8/layout/chevron2"/>
    <dgm:cxn modelId="{E94BC6F4-BC0A-4405-B7E8-96D62B41C6A0}" type="presParOf" srcId="{412A8F67-C196-403C-B4DB-45F1A5CD10DD}" destId="{23FB4795-A552-4495-86B2-D29E727AD1B5}" srcOrd="4" destOrd="0" presId="urn:microsoft.com/office/officeart/2005/8/layout/chevron2"/>
    <dgm:cxn modelId="{9008FBEF-9C3D-4E2E-B507-4B5EE618D898}" type="presParOf" srcId="{23FB4795-A552-4495-86B2-D29E727AD1B5}" destId="{E298E9F1-0C48-415A-A06C-D2A84E3DD19E}" srcOrd="0" destOrd="4" presId="urn:microsoft.com/office/officeart/2005/8/layout/chevron2"/>
    <dgm:cxn modelId="{3C05C21C-F6E3-4A7C-94B5-F346BB2F022C}" type="presOf" srcId="{073656B0-3B61-43F7-A6F6-69B19F7A15CE}" destId="{E298E9F1-0C48-415A-A06C-D2A84E3DD19E}" srcOrd="0" destOrd="0" presId="urn:microsoft.com/office/officeart/2005/8/layout/chevron2"/>
    <dgm:cxn modelId="{06EC2614-7868-4942-B16F-B8E92EDF6C69}" type="presParOf" srcId="{23FB4795-A552-4495-86B2-D29E727AD1B5}" destId="{1F7BC277-1A9D-4B9E-B8AC-FB958A120EE0}" srcOrd="1" destOrd="4" presId="urn:microsoft.com/office/officeart/2005/8/layout/chevron2"/>
    <dgm:cxn modelId="{AE79AFF3-AA07-464C-BCB7-673AEAD741FD}" type="presOf" srcId="{BE1C3A7F-D006-4BC1-BA3E-7B9B72431ED5}" destId="{1F7BC277-1A9D-4B9E-B8AC-FB958A120EE0}" srcOrd="0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037E15-11BB-4AF3-8CDF-9E95AF529E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FC6C2-B3D8-40C8-B0C4-85DBCBD1C639}">
      <dgm:prSet phldrT="[文本]" phldr="0" custT="1"/>
      <dgm:spPr>
        <a:xfrm rot="5400000">
          <a:off x="-238851" y="239239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AF828B3-934E-4370-B663-3E2D012244CA}" cxnId="{56BA5BC2-17F8-4689-ADA2-8EB88DD16A4E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D3645590-8DC3-448E-B73F-2432666F769B}" cxnId="{56BA5BC2-17F8-4689-ADA2-8EB88DD16A4E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9E9C108-667D-4F5F-BE83-11AAFADF1975}">
      <dgm:prSet phldrT="[文本]" custT="1"/>
      <dgm:spPr>
        <a:xfrm rot="5400000">
          <a:off x="3661495" y="-2553259"/>
          <a:ext cx="1035022" cy="6166101"/>
        </a:xfrm>
        <a:prstGeom prst="round2SameRect">
          <a:avLst/>
        </a:prstGeom>
      </dgm:spPr>
      <dgm:t>
        <a:bodyPr/>
        <a:lstStyle/>
        <a:p>
          <a:pPr algn="ctr"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图面内容缺失不完整</a:t>
          </a:r>
        </a:p>
      </dgm:t>
    </dgm:pt>
    <dgm:pt modelId="{343701AB-D222-4BFE-A1BE-768E40306F9A}" cxnId="{AF6B2546-26B8-4001-B07F-ED3B10CD5E01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A778F8E2-C393-477F-BCFD-76646F350BFD}" cxnId="{AF6B2546-26B8-4001-B07F-ED3B10CD5E01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A1656AD-EA56-4C05-9BF7-DBC88649E346}">
      <dgm:prSet phldrT="[文本]" phldr="0" custT="1"/>
      <dgm:spPr>
        <a:xfrm rot="5400000">
          <a:off x="-238851" y="1637240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B372F35A-B45E-4E38-A1C5-D9BD3F2F4AB0}" cxnId="{A81F975D-FBE1-40F2-B840-38AAC2E4FD5D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2AA897A8-0AB1-4196-B2A8-977E36AEF17A}" cxnId="{A81F975D-FBE1-40F2-B840-38AAC2E4FD5D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ED69F506-31DE-41C6-BBB1-9B4A8E6FA037}">
      <dgm:prSet phldrT="[文本]" custT="1"/>
      <dgm:spPr>
        <a:xfrm rot="5400000">
          <a:off x="3680179" y="-1167150"/>
          <a:ext cx="1035022" cy="6166101"/>
        </a:xfrm>
        <a:prstGeom prst="round2SameRect">
          <a:avLst/>
        </a:prstGeom>
      </dgm:spPr>
      <dgm:t>
        <a:bodyPr/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上图要素表达不规范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0A6FE80F-84E2-4ECE-8754-6EA412D357B8}" cxnId="{D903A123-9FB0-409F-A164-D036E87300B0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7A7CA9C2-5BD1-4BDB-B3B2-F3108C862EA7}" cxnId="{D903A123-9FB0-409F-A164-D036E87300B0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412A8F67-C196-403C-B4DB-45F1A5CD10DD}" type="pres">
      <dgm:prSet presAssocID="{F8037E15-11BB-4AF3-8CDF-9E95AF529EE2}" presName="linearFlow" presStyleCnt="0">
        <dgm:presLayoutVars>
          <dgm:dir/>
          <dgm:animLvl val="lvl"/>
          <dgm:resizeHandles val="exact"/>
        </dgm:presLayoutVars>
      </dgm:prSet>
      <dgm:spPr/>
    </dgm:pt>
    <dgm:pt modelId="{9F504897-DCC8-4007-A171-7041D634763E}" type="pres">
      <dgm:prSet presAssocID="{791FC6C2-B3D8-40C8-B0C4-85DBCBD1C639}" presName="composite" presStyleCnt="0"/>
      <dgm:spPr/>
    </dgm:pt>
    <dgm:pt modelId="{A7795317-BFF2-4AF9-A14B-522A45B5001D}" type="pres">
      <dgm:prSet presAssocID="{791FC6C2-B3D8-40C8-B0C4-85DBCBD1C639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20FB9E80-A787-4718-9711-691D63B22158}" type="pres">
      <dgm:prSet presAssocID="{791FC6C2-B3D8-40C8-B0C4-85DBCBD1C639}" presName="descendantText" presStyleLbl="alignAcc1" presStyleIdx="0" presStyleCnt="2" custLinFactNeighborX="-96" custLinFactNeighborY="1149">
        <dgm:presLayoutVars>
          <dgm:bulletEnabled val="1"/>
        </dgm:presLayoutVars>
      </dgm:prSet>
      <dgm:spPr/>
    </dgm:pt>
    <dgm:pt modelId="{F8D2028E-7608-48D7-827C-DB5477A18C75}" type="pres">
      <dgm:prSet presAssocID="{D3645590-8DC3-448E-B73F-2432666F769B}" presName="sp" presStyleCnt="0"/>
      <dgm:spPr/>
    </dgm:pt>
    <dgm:pt modelId="{0549A8D3-44C8-43DA-B312-87CB88E34B9E}" type="pres">
      <dgm:prSet presAssocID="{0A1656AD-EA56-4C05-9BF7-DBC88649E346}" presName="composite" presStyleCnt="0"/>
      <dgm:spPr/>
    </dgm:pt>
    <dgm:pt modelId="{05C38334-F6BF-4771-9302-A0EC21B3E040}" type="pres">
      <dgm:prSet presAssocID="{0A1656AD-EA56-4C05-9BF7-DBC88649E346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2382F1DC-A483-4936-9344-37B06EB07AC4}" type="pres">
      <dgm:prSet presAssocID="{0A1656AD-EA56-4C05-9BF7-DBC88649E346}" presName="descendantText" presStyleLbl="alignAcc1" presStyleIdx="1" presStyleCnt="2" custLinFactNeighborX="-212" custLinFactNeighborY="-583">
        <dgm:presLayoutVars>
          <dgm:bulletEnabled val="1"/>
        </dgm:presLayoutVars>
      </dgm:prSet>
      <dgm:spPr/>
    </dgm:pt>
  </dgm:ptLst>
  <dgm:cxnLst>
    <dgm:cxn modelId="{56BA5BC2-17F8-4689-ADA2-8EB88DD16A4E}" srcId="{F8037E15-11BB-4AF3-8CDF-9E95AF529EE2}" destId="{791FC6C2-B3D8-40C8-B0C4-85DBCBD1C639}" srcOrd="0" destOrd="0" parTransId="{3AF828B3-934E-4370-B663-3E2D012244CA}" sibTransId="{D3645590-8DC3-448E-B73F-2432666F769B}"/>
    <dgm:cxn modelId="{AF6B2546-26B8-4001-B07F-ED3B10CD5E01}" srcId="{791FC6C2-B3D8-40C8-B0C4-85DBCBD1C639}" destId="{09E9C108-667D-4F5F-BE83-11AAFADF1975}" srcOrd="0" destOrd="0" parTransId="{343701AB-D222-4BFE-A1BE-768E40306F9A}" sibTransId="{A778F8E2-C393-477F-BCFD-76646F350BFD}"/>
    <dgm:cxn modelId="{A81F975D-FBE1-40F2-B840-38AAC2E4FD5D}" srcId="{F8037E15-11BB-4AF3-8CDF-9E95AF529EE2}" destId="{0A1656AD-EA56-4C05-9BF7-DBC88649E346}" srcOrd="1" destOrd="0" parTransId="{B372F35A-B45E-4E38-A1C5-D9BD3F2F4AB0}" sibTransId="{2AA897A8-0AB1-4196-B2A8-977E36AEF17A}"/>
    <dgm:cxn modelId="{D903A123-9FB0-409F-A164-D036E87300B0}" srcId="{0A1656AD-EA56-4C05-9BF7-DBC88649E346}" destId="{ED69F506-31DE-41C6-BBB1-9B4A8E6FA037}" srcOrd="0" destOrd="1" parTransId="{0A6FE80F-84E2-4ECE-8754-6EA412D357B8}" sibTransId="{7A7CA9C2-5BD1-4BDB-B3B2-F3108C862EA7}"/>
    <dgm:cxn modelId="{20245F1F-E99D-4C5D-B93C-5F4C51C80E14}" type="presOf" srcId="{F8037E15-11BB-4AF3-8CDF-9E95AF529EE2}" destId="{412A8F67-C196-403C-B4DB-45F1A5CD10DD}" srcOrd="0" destOrd="0" presId="urn:microsoft.com/office/officeart/2005/8/layout/chevron2"/>
    <dgm:cxn modelId="{8F428111-AAB0-4814-B8EF-C8DCEC37B6DF}" type="presParOf" srcId="{412A8F67-C196-403C-B4DB-45F1A5CD10DD}" destId="{9F504897-DCC8-4007-A171-7041D634763E}" srcOrd="0" destOrd="0" presId="urn:microsoft.com/office/officeart/2005/8/layout/chevron2"/>
    <dgm:cxn modelId="{50DC4C11-C62C-40C6-902E-1E84463173DA}" type="presParOf" srcId="{9F504897-DCC8-4007-A171-7041D634763E}" destId="{A7795317-BFF2-4AF9-A14B-522A45B5001D}" srcOrd="0" destOrd="0" presId="urn:microsoft.com/office/officeart/2005/8/layout/chevron2"/>
    <dgm:cxn modelId="{F881D320-BE32-44E5-A67B-FB4EE6D7BB63}" type="presOf" srcId="{791FC6C2-B3D8-40C8-B0C4-85DBCBD1C639}" destId="{A7795317-BFF2-4AF9-A14B-522A45B5001D}" srcOrd="0" destOrd="0" presId="urn:microsoft.com/office/officeart/2005/8/layout/chevron2"/>
    <dgm:cxn modelId="{8529E20E-F446-4A00-8D4B-AC2F73B00419}" type="presParOf" srcId="{9F504897-DCC8-4007-A171-7041D634763E}" destId="{20FB9E80-A787-4718-9711-691D63B22158}" srcOrd="1" destOrd="0" presId="urn:microsoft.com/office/officeart/2005/8/layout/chevron2"/>
    <dgm:cxn modelId="{1FD95855-C566-47CD-81F2-A892DEC770BB}" type="presOf" srcId="{09E9C108-667D-4F5F-BE83-11AAFADF1975}" destId="{20FB9E80-A787-4718-9711-691D63B22158}" srcOrd="0" destOrd="0" presId="urn:microsoft.com/office/officeart/2005/8/layout/chevron2"/>
    <dgm:cxn modelId="{CA7C0A4D-27CE-47A8-B36E-3C2CB1A45543}" type="presParOf" srcId="{412A8F67-C196-403C-B4DB-45F1A5CD10DD}" destId="{F8D2028E-7608-48D7-827C-DB5477A18C75}" srcOrd="1" destOrd="0" presId="urn:microsoft.com/office/officeart/2005/8/layout/chevron2"/>
    <dgm:cxn modelId="{2E9B6C89-9F35-43BB-A999-2B6EB82F0236}" type="presOf" srcId="{D3645590-8DC3-448E-B73F-2432666F769B}" destId="{F8D2028E-7608-48D7-827C-DB5477A18C75}" srcOrd="0" destOrd="0" presId="urn:microsoft.com/office/officeart/2005/8/layout/chevron2"/>
    <dgm:cxn modelId="{91B483AC-EACF-4616-B600-27B100F9982D}" type="presParOf" srcId="{412A8F67-C196-403C-B4DB-45F1A5CD10DD}" destId="{0549A8D3-44C8-43DA-B312-87CB88E34B9E}" srcOrd="2" destOrd="0" presId="urn:microsoft.com/office/officeart/2005/8/layout/chevron2"/>
    <dgm:cxn modelId="{1478D35A-CF16-473E-8589-4AC5B649F1DA}" type="presParOf" srcId="{0549A8D3-44C8-43DA-B312-87CB88E34B9E}" destId="{05C38334-F6BF-4771-9302-A0EC21B3E040}" srcOrd="0" destOrd="2" presId="urn:microsoft.com/office/officeart/2005/8/layout/chevron2"/>
    <dgm:cxn modelId="{A196B6FD-3A78-429A-B415-BA863C23FDA8}" type="presOf" srcId="{0A1656AD-EA56-4C05-9BF7-DBC88649E346}" destId="{05C38334-F6BF-4771-9302-A0EC21B3E040}" srcOrd="0" destOrd="0" presId="urn:microsoft.com/office/officeart/2005/8/layout/chevron2"/>
    <dgm:cxn modelId="{0D2014A0-28FF-49C7-8335-F5A9E753B954}" type="presParOf" srcId="{0549A8D3-44C8-43DA-B312-87CB88E34B9E}" destId="{2382F1DC-A483-4936-9344-37B06EB07AC4}" srcOrd="1" destOrd="2" presId="urn:microsoft.com/office/officeart/2005/8/layout/chevron2"/>
    <dgm:cxn modelId="{FA147717-7E23-47F9-8FBD-27CE27A4542B}" type="presOf" srcId="{ED69F506-31DE-41C6-BBB1-9B4A8E6FA037}" destId="{2382F1DC-A483-4936-9344-37B06EB07AC4}" srcOrd="0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037E15-11BB-4AF3-8CDF-9E95AF529E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FC6C2-B3D8-40C8-B0C4-85DBCBD1C639}">
      <dgm:prSet phldrT="[文本]" phldr="0" custT="1"/>
      <dgm:spPr>
        <a:xfrm rot="5400000">
          <a:off x="-238851" y="239239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AF828B3-934E-4370-B663-3E2D012244CA}" cxnId="{D3EE5BD6-8C52-4BEB-8AC7-0912BB4E914B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D3645590-8DC3-448E-B73F-2432666F769B}" cxnId="{D3EE5BD6-8C52-4BEB-8AC7-0912BB4E914B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9E9C108-667D-4F5F-BE83-11AAFADF1975}">
      <dgm:prSet phldrT="[文本]" phldr="0" custT="1"/>
      <dgm:spPr>
        <a:xfrm rot="5400000">
          <a:off x="3661495" y="-2553259"/>
          <a:ext cx="1035022" cy="6166101"/>
        </a:xfrm>
        <a:prstGeom prst="round2SameRect">
          <a:avLst/>
        </a:prstGeom>
      </dgm:spPr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理化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性状分析不充分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43701AB-D222-4BFE-A1BE-768E40306F9A}" cxnId="{C66881C8-56E5-4F6F-A3EE-0C5AC5AE4252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A778F8E2-C393-477F-BCFD-76646F350BFD}" cxnId="{C66881C8-56E5-4F6F-A3EE-0C5AC5AE4252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A1656AD-EA56-4C05-9BF7-DBC88649E346}">
      <dgm:prSet phldrT="[文本]" phldr="0" custT="1"/>
      <dgm:spPr>
        <a:xfrm rot="5400000">
          <a:off x="-238851" y="1637240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B372F35A-B45E-4E38-A1C5-D9BD3F2F4AB0}" cxnId="{F2F60240-F587-45E5-816A-54B2ACCE590C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2AA897A8-0AB1-4196-B2A8-977E36AEF17A}" cxnId="{F2F60240-F587-45E5-816A-54B2ACCE590C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ED69F506-31DE-41C6-BBB1-9B4A8E6FA037}">
      <dgm:prSet phldrT="[文本]" custT="1"/>
      <dgm:spPr>
        <a:xfrm rot="5400000">
          <a:off x="3680179" y="-1167150"/>
          <a:ext cx="1035022" cy="6166101"/>
        </a:xfrm>
        <a:prstGeom prst="round2SameRect">
          <a:avLst/>
        </a:prstGeom>
      </dgm:spPr>
      <dgm:t>
        <a:bodyPr/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制图过程描述说明过于简单</a:t>
          </a:r>
        </a:p>
      </dgm:t>
    </dgm:pt>
    <dgm:pt modelId="{0A6FE80F-84E2-4ECE-8754-6EA412D357B8}" cxnId="{2AA96B85-D55E-4A12-B432-D6F0088B7514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7A7CA9C2-5BD1-4BDB-B3B2-F3108C862EA7}" cxnId="{2AA96B85-D55E-4A12-B432-D6F0088B7514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73656B0-3B61-43F7-A6F6-69B19F7A15CE}">
      <dgm:prSet phldrT="[文本]" phldr="0" custT="1"/>
      <dgm:spPr>
        <a:xfrm rot="5400000">
          <a:off x="-238851" y="3035241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62E14F54-2AE2-4837-A752-A74550A5D85A}" cxnId="{7FC1F487-3DD5-4384-837A-E64C8754E60B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CC7AE748-D45B-41FA-A1DE-A42676E802D5}" cxnId="{7FC1F487-3DD5-4384-837A-E64C8754E60B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BE1C3A7F-D006-4BC1-BA3E-7B9B72431ED5}">
      <dgm:prSet custT="1"/>
      <dgm:spPr/>
      <dgm:t>
        <a:bodyPr/>
        <a:lstStyle/>
        <a:p>
          <a:pPr marL="285750" marR="0" lvl="1" indent="-285750" algn="l" defTabSz="14224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None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制图结果验证评价缺少或不完整</a:t>
          </a:r>
        </a:p>
      </dgm:t>
    </dgm:pt>
    <dgm:pt modelId="{50A0EB49-A7CB-492F-BA59-9338CEA4507E}" cxnId="{470E850F-F156-4013-BF9A-1ADD1002A56D}" type="parTrans">
      <dgm:prSet/>
      <dgm:spPr/>
      <dgm:t>
        <a:bodyPr/>
        <a:lstStyle/>
        <a:p>
          <a:endParaRPr lang="zh-CN" altLang="en-US" sz="2800"/>
        </a:p>
      </dgm:t>
    </dgm:pt>
    <dgm:pt modelId="{D677D4AF-3FA1-444B-BFB2-A2A0F83BF5A9}" cxnId="{470E850F-F156-4013-BF9A-1ADD1002A56D}" type="sibTrans">
      <dgm:prSet/>
      <dgm:spPr/>
      <dgm:t>
        <a:bodyPr/>
        <a:lstStyle/>
        <a:p>
          <a:endParaRPr lang="zh-CN" altLang="en-US" sz="2800"/>
        </a:p>
      </dgm:t>
    </dgm:pt>
    <dgm:pt modelId="{412A8F67-C196-403C-B4DB-45F1A5CD10DD}" type="pres">
      <dgm:prSet presAssocID="{F8037E15-11BB-4AF3-8CDF-9E95AF529EE2}" presName="linearFlow" presStyleCnt="0">
        <dgm:presLayoutVars>
          <dgm:dir/>
          <dgm:animLvl val="lvl"/>
          <dgm:resizeHandles val="exact"/>
        </dgm:presLayoutVars>
      </dgm:prSet>
      <dgm:spPr/>
    </dgm:pt>
    <dgm:pt modelId="{9F504897-DCC8-4007-A171-7041D634763E}" type="pres">
      <dgm:prSet presAssocID="{791FC6C2-B3D8-40C8-B0C4-85DBCBD1C639}" presName="composite" presStyleCnt="0"/>
      <dgm:spPr/>
    </dgm:pt>
    <dgm:pt modelId="{A7795317-BFF2-4AF9-A14B-522A45B5001D}" type="pres">
      <dgm:prSet presAssocID="{791FC6C2-B3D8-40C8-B0C4-85DBCBD1C6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0FB9E80-A787-4718-9711-691D63B22158}" type="pres">
      <dgm:prSet presAssocID="{791FC6C2-B3D8-40C8-B0C4-85DBCBD1C639}" presName="descendantText" presStyleLbl="alignAcc1" presStyleIdx="0" presStyleCnt="3" custLinFactNeighborX="-96" custLinFactNeighborY="1149">
        <dgm:presLayoutVars>
          <dgm:bulletEnabled val="1"/>
        </dgm:presLayoutVars>
      </dgm:prSet>
      <dgm:spPr/>
    </dgm:pt>
    <dgm:pt modelId="{F8D2028E-7608-48D7-827C-DB5477A18C75}" type="pres">
      <dgm:prSet presAssocID="{D3645590-8DC3-448E-B73F-2432666F769B}" presName="sp" presStyleCnt="0"/>
      <dgm:spPr/>
    </dgm:pt>
    <dgm:pt modelId="{0549A8D3-44C8-43DA-B312-87CB88E34B9E}" type="pres">
      <dgm:prSet presAssocID="{0A1656AD-EA56-4C05-9BF7-DBC88649E346}" presName="composite" presStyleCnt="0"/>
      <dgm:spPr/>
    </dgm:pt>
    <dgm:pt modelId="{05C38334-F6BF-4771-9302-A0EC21B3E040}" type="pres">
      <dgm:prSet presAssocID="{0A1656AD-EA56-4C05-9BF7-DBC88649E34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382F1DC-A483-4936-9344-37B06EB07AC4}" type="pres">
      <dgm:prSet presAssocID="{0A1656AD-EA56-4C05-9BF7-DBC88649E346}" presName="descendantText" presStyleLbl="alignAcc1" presStyleIdx="1" presStyleCnt="3" custLinFactNeighborX="-212" custLinFactNeighborY="-583">
        <dgm:presLayoutVars>
          <dgm:bulletEnabled val="1"/>
        </dgm:presLayoutVars>
      </dgm:prSet>
      <dgm:spPr/>
    </dgm:pt>
    <dgm:pt modelId="{CCB9EDCE-9A3F-494E-A4EA-9C0960EBCF55}" type="pres">
      <dgm:prSet presAssocID="{2AA897A8-0AB1-4196-B2A8-977E36AEF17A}" presName="sp" presStyleCnt="0"/>
      <dgm:spPr/>
    </dgm:pt>
    <dgm:pt modelId="{23FB4795-A552-4495-86B2-D29E727AD1B5}" type="pres">
      <dgm:prSet presAssocID="{073656B0-3B61-43F7-A6F6-69B19F7A15CE}" presName="composite" presStyleCnt="0"/>
      <dgm:spPr/>
    </dgm:pt>
    <dgm:pt modelId="{E298E9F1-0C48-415A-A06C-D2A84E3DD19E}" type="pres">
      <dgm:prSet presAssocID="{073656B0-3B61-43F7-A6F6-69B19F7A15C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F7BC277-1A9D-4B9E-B8AC-FB958A120EE0}" type="pres">
      <dgm:prSet presAssocID="{073656B0-3B61-43F7-A6F6-69B19F7A15CE}" presName="descendantText" presStyleLbl="alignAcc1" presStyleIdx="2" presStyleCnt="3" custLinFactNeighborX="330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D3EE5BD6-8C52-4BEB-8AC7-0912BB4E914B}" srcId="{F8037E15-11BB-4AF3-8CDF-9E95AF529EE2}" destId="{791FC6C2-B3D8-40C8-B0C4-85DBCBD1C639}" srcOrd="0" destOrd="0" parTransId="{3AF828B3-934E-4370-B663-3E2D012244CA}" sibTransId="{D3645590-8DC3-448E-B73F-2432666F769B}"/>
    <dgm:cxn modelId="{C66881C8-56E5-4F6F-A3EE-0C5AC5AE4252}" srcId="{791FC6C2-B3D8-40C8-B0C4-85DBCBD1C639}" destId="{09E9C108-667D-4F5F-BE83-11AAFADF1975}" srcOrd="0" destOrd="0" parTransId="{343701AB-D222-4BFE-A1BE-768E40306F9A}" sibTransId="{A778F8E2-C393-477F-BCFD-76646F350BFD}"/>
    <dgm:cxn modelId="{F2F60240-F587-45E5-816A-54B2ACCE590C}" srcId="{F8037E15-11BB-4AF3-8CDF-9E95AF529EE2}" destId="{0A1656AD-EA56-4C05-9BF7-DBC88649E346}" srcOrd="1" destOrd="0" parTransId="{B372F35A-B45E-4E38-A1C5-D9BD3F2F4AB0}" sibTransId="{2AA897A8-0AB1-4196-B2A8-977E36AEF17A}"/>
    <dgm:cxn modelId="{2AA96B85-D55E-4A12-B432-D6F0088B7514}" srcId="{0A1656AD-EA56-4C05-9BF7-DBC88649E346}" destId="{ED69F506-31DE-41C6-BBB1-9B4A8E6FA037}" srcOrd="0" destOrd="1" parTransId="{0A6FE80F-84E2-4ECE-8754-6EA412D357B8}" sibTransId="{7A7CA9C2-5BD1-4BDB-B3B2-F3108C862EA7}"/>
    <dgm:cxn modelId="{7FC1F487-3DD5-4384-837A-E64C8754E60B}" srcId="{F8037E15-11BB-4AF3-8CDF-9E95AF529EE2}" destId="{073656B0-3B61-43F7-A6F6-69B19F7A15CE}" srcOrd="2" destOrd="0" parTransId="{62E14F54-2AE2-4837-A752-A74550A5D85A}" sibTransId="{CC7AE748-D45B-41FA-A1DE-A42676E802D5}"/>
    <dgm:cxn modelId="{470E850F-F156-4013-BF9A-1ADD1002A56D}" srcId="{073656B0-3B61-43F7-A6F6-69B19F7A15CE}" destId="{BE1C3A7F-D006-4BC1-BA3E-7B9B72431ED5}" srcOrd="0" destOrd="2" parTransId="{50A0EB49-A7CB-492F-BA59-9338CEA4507E}" sibTransId="{D677D4AF-3FA1-444B-BFB2-A2A0F83BF5A9}"/>
    <dgm:cxn modelId="{2834F9D2-5F49-47EB-BE3C-422FED7E6B4A}" type="presOf" srcId="{F8037E15-11BB-4AF3-8CDF-9E95AF529EE2}" destId="{412A8F67-C196-403C-B4DB-45F1A5CD10DD}" srcOrd="0" destOrd="0" presId="urn:microsoft.com/office/officeart/2005/8/layout/chevron2"/>
    <dgm:cxn modelId="{39518761-CCC0-4A3C-A6C4-10D7F0BE7798}" type="presParOf" srcId="{412A8F67-C196-403C-B4DB-45F1A5CD10DD}" destId="{9F504897-DCC8-4007-A171-7041D634763E}" srcOrd="0" destOrd="0" presId="urn:microsoft.com/office/officeart/2005/8/layout/chevron2"/>
    <dgm:cxn modelId="{8903B800-83FA-4F54-AAD5-F30DDAA2DE03}" type="presParOf" srcId="{9F504897-DCC8-4007-A171-7041D634763E}" destId="{A7795317-BFF2-4AF9-A14B-522A45B5001D}" srcOrd="0" destOrd="0" presId="urn:microsoft.com/office/officeart/2005/8/layout/chevron2"/>
    <dgm:cxn modelId="{085878CE-BD05-492D-9F29-B11B2DB25E58}" type="presOf" srcId="{791FC6C2-B3D8-40C8-B0C4-85DBCBD1C639}" destId="{A7795317-BFF2-4AF9-A14B-522A45B5001D}" srcOrd="0" destOrd="0" presId="urn:microsoft.com/office/officeart/2005/8/layout/chevron2"/>
    <dgm:cxn modelId="{7C15CEEA-9C44-400F-A8BA-55EFEF07F459}" type="presParOf" srcId="{9F504897-DCC8-4007-A171-7041D634763E}" destId="{20FB9E80-A787-4718-9711-691D63B22158}" srcOrd="1" destOrd="0" presId="urn:microsoft.com/office/officeart/2005/8/layout/chevron2"/>
    <dgm:cxn modelId="{CC1E8D3A-EDF4-488B-B2FD-C2637DC9E19C}" type="presOf" srcId="{09E9C108-667D-4F5F-BE83-11AAFADF1975}" destId="{20FB9E80-A787-4718-9711-691D63B22158}" srcOrd="0" destOrd="0" presId="urn:microsoft.com/office/officeart/2005/8/layout/chevron2"/>
    <dgm:cxn modelId="{BA201C9E-C585-497A-ADCF-3C08E17FD94D}" type="presParOf" srcId="{412A8F67-C196-403C-B4DB-45F1A5CD10DD}" destId="{F8D2028E-7608-48D7-827C-DB5477A18C75}" srcOrd="1" destOrd="0" presId="urn:microsoft.com/office/officeart/2005/8/layout/chevron2"/>
    <dgm:cxn modelId="{690920C7-5396-4150-AEFA-AFE0248AD6D9}" type="presOf" srcId="{D3645590-8DC3-448E-B73F-2432666F769B}" destId="{F8D2028E-7608-48D7-827C-DB5477A18C75}" srcOrd="0" destOrd="0" presId="urn:microsoft.com/office/officeart/2005/8/layout/chevron2"/>
    <dgm:cxn modelId="{4C8636DA-5B53-4C3B-88B0-590A04C6DBE5}" type="presParOf" srcId="{412A8F67-C196-403C-B4DB-45F1A5CD10DD}" destId="{0549A8D3-44C8-43DA-B312-87CB88E34B9E}" srcOrd="2" destOrd="0" presId="urn:microsoft.com/office/officeart/2005/8/layout/chevron2"/>
    <dgm:cxn modelId="{42484334-88C8-43B3-8BCF-22AAA1BFA9D0}" type="presParOf" srcId="{0549A8D3-44C8-43DA-B312-87CB88E34B9E}" destId="{05C38334-F6BF-4771-9302-A0EC21B3E040}" srcOrd="0" destOrd="2" presId="urn:microsoft.com/office/officeart/2005/8/layout/chevron2"/>
    <dgm:cxn modelId="{94D29577-741C-4F40-A00C-29DB0337E569}" type="presOf" srcId="{0A1656AD-EA56-4C05-9BF7-DBC88649E346}" destId="{05C38334-F6BF-4771-9302-A0EC21B3E040}" srcOrd="0" destOrd="0" presId="urn:microsoft.com/office/officeart/2005/8/layout/chevron2"/>
    <dgm:cxn modelId="{8F6E4F08-61EB-4A6C-A833-5360E675D7F5}" type="presParOf" srcId="{0549A8D3-44C8-43DA-B312-87CB88E34B9E}" destId="{2382F1DC-A483-4936-9344-37B06EB07AC4}" srcOrd="1" destOrd="2" presId="urn:microsoft.com/office/officeart/2005/8/layout/chevron2"/>
    <dgm:cxn modelId="{AC55B75E-65AD-4A0E-8688-02D2D5F3B142}" type="presOf" srcId="{ED69F506-31DE-41C6-BBB1-9B4A8E6FA037}" destId="{2382F1DC-A483-4936-9344-37B06EB07AC4}" srcOrd="0" destOrd="0" presId="urn:microsoft.com/office/officeart/2005/8/layout/chevron2"/>
    <dgm:cxn modelId="{6B918F2F-F8B1-4AF3-8445-27183E553E53}" type="presParOf" srcId="{412A8F67-C196-403C-B4DB-45F1A5CD10DD}" destId="{CCB9EDCE-9A3F-494E-A4EA-9C0960EBCF55}" srcOrd="3" destOrd="0" presId="urn:microsoft.com/office/officeart/2005/8/layout/chevron2"/>
    <dgm:cxn modelId="{22047F2A-20B1-417C-9B13-DC51BC1CB74C}" type="presOf" srcId="{2AA897A8-0AB1-4196-B2A8-977E36AEF17A}" destId="{CCB9EDCE-9A3F-494E-A4EA-9C0960EBCF55}" srcOrd="0" destOrd="0" presId="urn:microsoft.com/office/officeart/2005/8/layout/chevron2"/>
    <dgm:cxn modelId="{6042FA66-015C-458D-A031-3E70D30B254E}" type="presParOf" srcId="{412A8F67-C196-403C-B4DB-45F1A5CD10DD}" destId="{23FB4795-A552-4495-86B2-D29E727AD1B5}" srcOrd="4" destOrd="0" presId="urn:microsoft.com/office/officeart/2005/8/layout/chevron2"/>
    <dgm:cxn modelId="{1EFDE994-2BB3-400C-A67D-77B976E62A83}" type="presParOf" srcId="{23FB4795-A552-4495-86B2-D29E727AD1B5}" destId="{E298E9F1-0C48-415A-A06C-D2A84E3DD19E}" srcOrd="0" destOrd="4" presId="urn:microsoft.com/office/officeart/2005/8/layout/chevron2"/>
    <dgm:cxn modelId="{347F458E-9B4B-4DAF-B0EC-752143D7114A}" type="presOf" srcId="{073656B0-3B61-43F7-A6F6-69B19F7A15CE}" destId="{E298E9F1-0C48-415A-A06C-D2A84E3DD19E}" srcOrd="0" destOrd="0" presId="urn:microsoft.com/office/officeart/2005/8/layout/chevron2"/>
    <dgm:cxn modelId="{FE46F7C1-88BF-41B2-9ED0-0873D6773376}" type="presParOf" srcId="{23FB4795-A552-4495-86B2-D29E727AD1B5}" destId="{1F7BC277-1A9D-4B9E-B8AC-FB958A120EE0}" srcOrd="1" destOrd="4" presId="urn:microsoft.com/office/officeart/2005/8/layout/chevron2"/>
    <dgm:cxn modelId="{58700253-8F63-41C3-9336-65DB0773E7FE}" type="presOf" srcId="{BE1C3A7F-D006-4BC1-BA3E-7B9B72431ED5}" destId="{1F7BC277-1A9D-4B9E-B8AC-FB958A120EE0}" srcOrd="0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0DABD3-1CC2-4F26-955D-4DD956F0736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E8F9E0-E1D5-48D4-B9AF-A5487A648587}">
      <dgm:prSet phldrT="[文本]" phldr="0" custT="1"/>
      <dgm:spPr>
        <a:solidFill>
          <a:srgbClr val="006837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en-US" altLang="zh-CN" sz="4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F720E5-0E9B-490A-8391-104E02608858}" cxnId="{9EF967F6-F671-40CD-9E18-FB92715BF18F}" type="parTrans">
      <dgm:prSet/>
      <dgm:spPr/>
      <dgm:t>
        <a:bodyPr/>
        <a:lstStyle/>
        <a:p>
          <a:endParaRPr lang="zh-CN" altLang="en-US"/>
        </a:p>
      </dgm:t>
    </dgm:pt>
    <dgm:pt modelId="{E9EBF688-1DAB-4799-985C-011AC1195BD5}" cxnId="{9EF967F6-F671-40CD-9E18-FB92715BF18F}" type="sibTrans">
      <dgm:prSet/>
      <dgm:spPr/>
      <dgm:t>
        <a:bodyPr/>
        <a:lstStyle/>
        <a:p>
          <a:endParaRPr lang="zh-CN" altLang="en-US"/>
        </a:p>
      </dgm:t>
    </dgm:pt>
    <dgm:pt modelId="{9DD977D2-DB53-4AB5-8904-C2D27A6BBCF2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</a:pP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县级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成果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拼接（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自下而上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）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/>
          </a:r>
          <a:endParaRPr kumimoji="0" lang="zh-CN" altLang="en-US" sz="3200" b="1" i="0" u="none" strike="noStrike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F6F2E1BE-363A-405B-98D5-367BD98E2841}" cxnId="{5EB16B2C-9E96-4EAD-97C2-B0DA8403D53E}" type="parTrans">
      <dgm:prSet/>
      <dgm:spPr/>
      <dgm:t>
        <a:bodyPr/>
        <a:lstStyle/>
        <a:p>
          <a:endParaRPr lang="zh-CN" altLang="en-US"/>
        </a:p>
      </dgm:t>
    </dgm:pt>
    <dgm:pt modelId="{4B287DD1-03CB-4256-9DA4-9BA356486DBE}" cxnId="{5EB16B2C-9E96-4EAD-97C2-B0DA8403D53E}" type="sibTrans">
      <dgm:prSet/>
      <dgm:spPr/>
      <dgm:t>
        <a:bodyPr/>
        <a:lstStyle/>
        <a:p>
          <a:endParaRPr lang="zh-CN" altLang="en-US"/>
        </a:p>
      </dgm:t>
    </dgm:pt>
    <dgm:pt modelId="{E8328445-BB83-4036-A0F9-F1ECBFCD89BF}">
      <dgm:prSet phldrT="[文本]" phldr="0" custT="0"/>
      <dgm:spPr>
        <a:solidFill>
          <a:srgbClr val="006837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en-US" alt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9B97A8-4865-4CF7-BA72-F0A25EC31475}" cxnId="{30685B30-5601-4649-A025-46E827079F83}" type="parTrans">
      <dgm:prSet/>
      <dgm:spPr/>
      <dgm:t>
        <a:bodyPr/>
        <a:lstStyle/>
        <a:p>
          <a:endParaRPr lang="zh-CN" altLang="en-US"/>
        </a:p>
      </dgm:t>
    </dgm:pt>
    <dgm:pt modelId="{87753A44-6FD5-4DC6-8939-D4910259744F}" cxnId="{30685B30-5601-4649-A025-46E827079F83}" type="sibTrans">
      <dgm:prSet/>
      <dgm:spPr/>
      <dgm:t>
        <a:bodyPr/>
        <a:lstStyle/>
        <a:p>
          <a:endParaRPr lang="zh-CN" altLang="en-US"/>
        </a:p>
      </dgm:t>
    </dgm:pt>
    <dgm:pt modelId="{91FA33EB-BFFA-41F3-AA4F-AE73870575BB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</a:pP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市级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重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制图（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自上而下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）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/>
          </a:r>
          <a:endParaRPr kumimoji="0" lang="zh-CN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44BCE2CA-C35D-4B83-B5F2-D20C3E446D70}" cxnId="{7DF139E4-673E-483F-88BA-755FB9666018}" type="parTrans">
      <dgm:prSet/>
      <dgm:spPr/>
      <dgm:t>
        <a:bodyPr/>
        <a:lstStyle/>
        <a:p>
          <a:endParaRPr lang="zh-CN" altLang="en-US"/>
        </a:p>
      </dgm:t>
    </dgm:pt>
    <dgm:pt modelId="{F706B6D0-11DC-49EA-8432-241114633D2D}" cxnId="{7DF139E4-673E-483F-88BA-755FB9666018}" type="sibTrans">
      <dgm:prSet/>
      <dgm:spPr/>
      <dgm:t>
        <a:bodyPr/>
        <a:lstStyle/>
        <a:p>
          <a:endParaRPr lang="zh-CN" altLang="en-US"/>
        </a:p>
      </dgm:t>
    </dgm:pt>
    <dgm:pt modelId="{1B101347-7504-4A68-BF16-75294ADA4B0F}" type="pres">
      <dgm:prSet presAssocID="{4B0DABD3-1CC2-4F26-955D-4DD956F07363}" presName="Name0" presStyleCnt="0">
        <dgm:presLayoutVars>
          <dgm:dir/>
          <dgm:animLvl val="lvl"/>
          <dgm:resizeHandles val="exact"/>
        </dgm:presLayoutVars>
      </dgm:prSet>
      <dgm:spPr/>
    </dgm:pt>
    <dgm:pt modelId="{67F5AAC1-7BED-48D0-BDED-386A246153EC}" type="pres">
      <dgm:prSet presAssocID="{3AE8F9E0-E1D5-48D4-B9AF-A5487A648587}" presName="linNode" presStyleCnt="0"/>
      <dgm:spPr/>
    </dgm:pt>
    <dgm:pt modelId="{E8379C1E-362F-49EE-B8DA-0338FF404859}" type="pres">
      <dgm:prSet presAssocID="{3AE8F9E0-E1D5-48D4-B9AF-A5487A648587}" presName="parentText" presStyleLbl="node1" presStyleIdx="0" presStyleCnt="2" custScaleX="67548" custScaleY="17133">
        <dgm:presLayoutVars>
          <dgm:chMax val="1"/>
          <dgm:bulletEnabled val="1"/>
        </dgm:presLayoutVars>
      </dgm:prSet>
      <dgm:spPr/>
    </dgm:pt>
    <dgm:pt modelId="{DF5D5C07-40A8-432F-B8FD-F22EEBCD943F}" type="pres">
      <dgm:prSet presAssocID="{3AE8F9E0-E1D5-48D4-B9AF-A5487A648587}" presName="descendantText" presStyleLbl="alignAccFollowNode1" presStyleIdx="0" presStyleCnt="2" custScaleX="222484" custScaleY="20828">
        <dgm:presLayoutVars>
          <dgm:bulletEnabled val="1"/>
        </dgm:presLayoutVars>
      </dgm:prSet>
      <dgm:spPr/>
    </dgm:pt>
    <dgm:pt modelId="{9EE8962F-F10B-4728-9CF1-C1C5B36C2D58}" type="pres">
      <dgm:prSet presAssocID="{E9EBF688-1DAB-4799-985C-011AC1195BD5}" presName="sp" presStyleCnt="0"/>
      <dgm:spPr/>
    </dgm:pt>
    <dgm:pt modelId="{169E4EDF-1013-4E68-9E9C-1CD16095C2A9}" type="pres">
      <dgm:prSet presAssocID="{E8328445-BB83-4036-A0F9-F1ECBFCD89BF}" presName="linNode" presStyleCnt="0"/>
      <dgm:spPr/>
    </dgm:pt>
    <dgm:pt modelId="{C7F40EFC-B1BA-4715-91F5-9C2883050797}" type="pres">
      <dgm:prSet presAssocID="{E8328445-BB83-4036-A0F9-F1ECBFCD89BF}" presName="parentText" presStyleLbl="node1" presStyleIdx="1" presStyleCnt="2" custScaleX="67548" custScaleY="17133">
        <dgm:presLayoutVars>
          <dgm:chMax val="1"/>
          <dgm:bulletEnabled val="1"/>
        </dgm:presLayoutVars>
      </dgm:prSet>
      <dgm:spPr/>
    </dgm:pt>
    <dgm:pt modelId="{D55DE490-8F3F-4CE3-931A-3CD41A02B329}" type="pres">
      <dgm:prSet presAssocID="{E8328445-BB83-4036-A0F9-F1ECBFCD89BF}" presName="descendantText" presStyleLbl="alignAccFollowNode1" presStyleIdx="1" presStyleCnt="2" custScaleX="222484" custScaleY="20828">
        <dgm:presLayoutVars>
          <dgm:bulletEnabled val="1"/>
        </dgm:presLayoutVars>
      </dgm:prSet>
      <dgm:spPr/>
    </dgm:pt>
  </dgm:ptLst>
  <dgm:cxnLst>
    <dgm:cxn modelId="{9EF967F6-F671-40CD-9E18-FB92715BF18F}" srcId="{4B0DABD3-1CC2-4F26-955D-4DD956F07363}" destId="{3AE8F9E0-E1D5-48D4-B9AF-A5487A648587}" srcOrd="0" destOrd="0" parTransId="{A9F720E5-0E9B-490A-8391-104E02608858}" sibTransId="{E9EBF688-1DAB-4799-985C-011AC1195BD5}"/>
    <dgm:cxn modelId="{5EB16B2C-9E96-4EAD-97C2-B0DA8403D53E}" srcId="{3AE8F9E0-E1D5-48D4-B9AF-A5487A648587}" destId="{9DD977D2-DB53-4AB5-8904-C2D27A6BBCF2}" srcOrd="0" destOrd="0" parTransId="{F6F2E1BE-363A-405B-98D5-367BD98E2841}" sibTransId="{4B287DD1-03CB-4256-9DA4-9BA356486DBE}"/>
    <dgm:cxn modelId="{30685B30-5601-4649-A025-46E827079F83}" srcId="{4B0DABD3-1CC2-4F26-955D-4DD956F07363}" destId="{E8328445-BB83-4036-A0F9-F1ECBFCD89BF}" srcOrd="1" destOrd="0" parTransId="{529B97A8-4865-4CF7-BA72-F0A25EC31475}" sibTransId="{87753A44-6FD5-4DC6-8939-D4910259744F}"/>
    <dgm:cxn modelId="{7DF139E4-673E-483F-88BA-755FB9666018}" srcId="{E8328445-BB83-4036-A0F9-F1ECBFCD89BF}" destId="{91FA33EB-BFFA-41F3-AA4F-AE73870575BB}" srcOrd="0" destOrd="1" parTransId="{44BCE2CA-C35D-4B83-B5F2-D20C3E446D70}" sibTransId="{F706B6D0-11DC-49EA-8432-241114633D2D}"/>
    <dgm:cxn modelId="{71BA7922-6287-44B3-BA19-93179FC5A489}" type="presOf" srcId="{4B0DABD3-1CC2-4F26-955D-4DD956F07363}" destId="{1B101347-7504-4A68-BF16-75294ADA4B0F}" srcOrd="0" destOrd="0" presId="urn:microsoft.com/office/officeart/2005/8/layout/vList5"/>
    <dgm:cxn modelId="{9CD6B5A6-DC7E-448E-868B-00D3AA872031}" type="presParOf" srcId="{1B101347-7504-4A68-BF16-75294ADA4B0F}" destId="{67F5AAC1-7BED-48D0-BDED-386A246153EC}" srcOrd="0" destOrd="0" presId="urn:microsoft.com/office/officeart/2005/8/layout/vList5"/>
    <dgm:cxn modelId="{A233B558-2C52-475D-8B35-E2F47852F4F3}" type="presParOf" srcId="{67F5AAC1-7BED-48D0-BDED-386A246153EC}" destId="{E8379C1E-362F-49EE-B8DA-0338FF404859}" srcOrd="0" destOrd="0" presId="urn:microsoft.com/office/officeart/2005/8/layout/vList5"/>
    <dgm:cxn modelId="{C0CE3806-B7A9-47AF-8A55-024D8E5D5E64}" type="presOf" srcId="{3AE8F9E0-E1D5-48D4-B9AF-A5487A648587}" destId="{E8379C1E-362F-49EE-B8DA-0338FF404859}" srcOrd="0" destOrd="0" presId="urn:microsoft.com/office/officeart/2005/8/layout/vList5"/>
    <dgm:cxn modelId="{AC8F6CFF-AC6B-49A9-98B0-BF6A0870CE4F}" type="presParOf" srcId="{67F5AAC1-7BED-48D0-BDED-386A246153EC}" destId="{DF5D5C07-40A8-432F-B8FD-F22EEBCD943F}" srcOrd="1" destOrd="0" presId="urn:microsoft.com/office/officeart/2005/8/layout/vList5"/>
    <dgm:cxn modelId="{7C044137-2E7E-4719-8058-94809DBA9E54}" type="presOf" srcId="{9DD977D2-DB53-4AB5-8904-C2D27A6BBCF2}" destId="{DF5D5C07-40A8-432F-B8FD-F22EEBCD943F}" srcOrd="0" destOrd="0" presId="urn:microsoft.com/office/officeart/2005/8/layout/vList5"/>
    <dgm:cxn modelId="{4C745ED4-E958-4CD8-9CD7-DD482ED2A9E7}" type="presParOf" srcId="{1B101347-7504-4A68-BF16-75294ADA4B0F}" destId="{9EE8962F-F10B-4728-9CF1-C1C5B36C2D58}" srcOrd="1" destOrd="0" presId="urn:microsoft.com/office/officeart/2005/8/layout/vList5"/>
    <dgm:cxn modelId="{5F11C4EE-93E9-4D59-AB1F-1FC0F0DAA5DB}" type="presParOf" srcId="{1B101347-7504-4A68-BF16-75294ADA4B0F}" destId="{169E4EDF-1013-4E68-9E9C-1CD16095C2A9}" srcOrd="2" destOrd="0" presId="urn:microsoft.com/office/officeart/2005/8/layout/vList5"/>
    <dgm:cxn modelId="{D5A501F0-4A25-4341-A91F-9B6E01B65B32}" type="presParOf" srcId="{169E4EDF-1013-4E68-9E9C-1CD16095C2A9}" destId="{C7F40EFC-B1BA-4715-91F5-9C2883050797}" srcOrd="0" destOrd="2" presId="urn:microsoft.com/office/officeart/2005/8/layout/vList5"/>
    <dgm:cxn modelId="{45F1D34A-E02F-4B46-A683-C4D20C0E0606}" type="presOf" srcId="{E8328445-BB83-4036-A0F9-F1ECBFCD89BF}" destId="{C7F40EFC-B1BA-4715-91F5-9C2883050797}" srcOrd="0" destOrd="0" presId="urn:microsoft.com/office/officeart/2005/8/layout/vList5"/>
    <dgm:cxn modelId="{1766FA94-AD9E-41C3-A6DB-A0AF4F5F82DF}" type="presParOf" srcId="{169E4EDF-1013-4E68-9E9C-1CD16095C2A9}" destId="{D55DE490-8F3F-4CE3-931A-3CD41A02B329}" srcOrd="1" destOrd="2" presId="urn:microsoft.com/office/officeart/2005/8/layout/vList5"/>
    <dgm:cxn modelId="{C9BE364C-46B8-4320-9E7F-D22A43EA24D1}" type="presOf" srcId="{91FA33EB-BFFA-41F3-AA4F-AE73870575BB}" destId="{D55DE490-8F3F-4CE3-931A-3CD41A02B32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8037E15-11BB-4AF3-8CDF-9E95AF529E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FC6C2-B3D8-40C8-B0C4-85DBCBD1C639}">
      <dgm:prSet phldrT="[文本]" phldr="0" custT="1"/>
      <dgm:spPr>
        <a:xfrm rot="5400000">
          <a:off x="-238851" y="239239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AF828B3-934E-4370-B663-3E2D012244CA}" cxnId="{C29C7EE1-50D5-4FE1-9BAD-5ECC53CBD9FC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D3645590-8DC3-448E-B73F-2432666F769B}" cxnId="{C29C7EE1-50D5-4FE1-9BAD-5ECC53CBD9FC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9E9C108-667D-4F5F-BE83-11AAFADF1975}">
      <dgm:prSet phldrT="[文本]" phldr="0" custT="1"/>
      <dgm:spPr>
        <a:xfrm rot="5400000">
          <a:off x="3661495" y="-2553259"/>
          <a:ext cx="1035022" cy="6166101"/>
        </a:xfrm>
        <a:prstGeom prst="round2SameRect">
          <a:avLst/>
        </a:prstGeom>
      </dgm:spPr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</a:pPr>
          <a:r>
            <a:rPr lang="zh-CN" altLang="en-US" sz="2800" b="1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县级制图成果校验缺乏或不充分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43701AB-D222-4BFE-A1BE-768E40306F9A}" cxnId="{D536DF0A-8F58-4E16-AD7A-FB518D212A23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A778F8E2-C393-477F-BCFD-76646F350BFD}" cxnId="{D536DF0A-8F58-4E16-AD7A-FB518D212A23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A1656AD-EA56-4C05-9BF7-DBC88649E346}">
      <dgm:prSet phldrT="[文本]" phldr="0" custT="1"/>
      <dgm:spPr>
        <a:xfrm rot="5400000">
          <a:off x="-238851" y="1637240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B372F35A-B45E-4E38-A1C5-D9BD3F2F4AB0}" cxnId="{EF866B5B-6D24-4222-9688-CF6B602766E7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2AA897A8-0AB1-4196-B2A8-977E36AEF17A}" cxnId="{EF866B5B-6D24-4222-9688-CF6B602766E7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ED69F506-31DE-41C6-BBB1-9B4A8E6FA037}">
      <dgm:prSet phldrT="[文本]" phldr="0" custT="1"/>
      <dgm:spPr>
        <a:xfrm rot="5400000">
          <a:off x="3680179" y="-1167150"/>
          <a:ext cx="1035022" cy="6166101"/>
        </a:xfrm>
        <a:prstGeom prst="round2SameRect">
          <a:avLst/>
        </a:prstGeom>
      </dgm:spPr>
      <dgm:t>
        <a:bodyPr vert="horz" wrap="square"/>
        <a:p>
          <a:pPr marR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</a:pPr>
          <a:r>
            <a:rPr lang="zh-CN" sz="2800" b="1" kern="120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缺少</a:t>
          </a:r>
          <a:r>
            <a:rPr lang="zh-CN" altLang="en-US" sz="2800" b="1" kern="120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县级制</a:t>
          </a:r>
          <a:r>
            <a:rPr lang="zh-CN" sz="2800" b="1" kern="120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图接边异常区域检查</a:t>
          </a:r>
          <a:r>
            <a:rPr sz="6500"/>
            <a:t/>
          </a:r>
          <a:endParaRPr sz="6500"/>
        </a:p>
      </dgm:t>
    </dgm:pt>
    <dgm:pt modelId="{0A6FE80F-84E2-4ECE-8754-6EA412D357B8}" cxnId="{26BB24D2-1186-4FA1-AC8D-165FD139CE5C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7A7CA9C2-5BD1-4BDB-B3B2-F3108C862EA7}" cxnId="{26BB24D2-1186-4FA1-AC8D-165FD139CE5C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73656B0-3B61-43F7-A6F6-69B19F7A15CE}">
      <dgm:prSet phldrT="[文本]" phldr="0" custT="1"/>
      <dgm:spPr>
        <a:xfrm rot="5400000">
          <a:off x="-238851" y="3035241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62E14F54-2AE2-4837-A752-A74550A5D85A}" cxnId="{8A9175FA-47C1-4E6C-AC5A-07655BE9E284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CC7AE748-D45B-41FA-A1DE-A42676E802D5}" cxnId="{8A9175FA-47C1-4E6C-AC5A-07655BE9E284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BE1C3A7F-D006-4BC1-BA3E-7B9B72431ED5}">
      <dgm:prSet phldr="0" custT="1"/>
      <dgm:spPr/>
      <dgm:t>
        <a:bodyPr vert="horz" wrap="square"/>
        <a:p>
          <a:pPr marR="0" algn="l" defTabSz="14224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</a:pPr>
          <a:r>
            <a:rPr lang="zh-CN" altLang="en-US" sz="28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县级土壤属性图拼接处理不完善</a:t>
          </a:r>
          <a:r>
            <a:rPr sz="6500"/>
            <a:t/>
          </a:r>
          <a:endParaRPr sz="6500"/>
        </a:p>
      </dgm:t>
    </dgm:pt>
    <dgm:pt modelId="{50A0EB49-A7CB-492F-BA59-9338CEA4507E}" cxnId="{50624919-84B4-493D-B45B-67EB4A6CD6EB}" type="parTrans">
      <dgm:prSet/>
      <dgm:spPr/>
      <dgm:t>
        <a:bodyPr/>
        <a:lstStyle/>
        <a:p>
          <a:endParaRPr lang="zh-CN" altLang="en-US" sz="2800"/>
        </a:p>
      </dgm:t>
    </dgm:pt>
    <dgm:pt modelId="{D677D4AF-3FA1-444B-BFB2-A2A0F83BF5A9}" cxnId="{50624919-84B4-493D-B45B-67EB4A6CD6EB}" type="sibTrans">
      <dgm:prSet/>
      <dgm:spPr/>
      <dgm:t>
        <a:bodyPr/>
        <a:lstStyle/>
        <a:p>
          <a:endParaRPr lang="zh-CN" altLang="en-US" sz="2800"/>
        </a:p>
      </dgm:t>
    </dgm:pt>
    <dgm:pt modelId="{412A8F67-C196-403C-B4DB-45F1A5CD10DD}" type="pres">
      <dgm:prSet presAssocID="{F8037E15-11BB-4AF3-8CDF-9E95AF529EE2}" presName="linearFlow" presStyleCnt="0">
        <dgm:presLayoutVars>
          <dgm:dir/>
          <dgm:animLvl val="lvl"/>
          <dgm:resizeHandles val="exact"/>
        </dgm:presLayoutVars>
      </dgm:prSet>
      <dgm:spPr/>
    </dgm:pt>
    <dgm:pt modelId="{9F504897-DCC8-4007-A171-7041D634763E}" type="pres">
      <dgm:prSet presAssocID="{791FC6C2-B3D8-40C8-B0C4-85DBCBD1C639}" presName="composite" presStyleCnt="0"/>
      <dgm:spPr/>
    </dgm:pt>
    <dgm:pt modelId="{A7795317-BFF2-4AF9-A14B-522A45B5001D}" type="pres">
      <dgm:prSet presAssocID="{791FC6C2-B3D8-40C8-B0C4-85DBCBD1C6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0FB9E80-A787-4718-9711-691D63B22158}" type="pres">
      <dgm:prSet presAssocID="{791FC6C2-B3D8-40C8-B0C4-85DBCBD1C639}" presName="descendantText" presStyleLbl="alignAcc1" presStyleIdx="0" presStyleCnt="3" custLinFactNeighborX="-96" custLinFactNeighborY="1149">
        <dgm:presLayoutVars>
          <dgm:bulletEnabled val="1"/>
        </dgm:presLayoutVars>
      </dgm:prSet>
      <dgm:spPr/>
    </dgm:pt>
    <dgm:pt modelId="{F8D2028E-7608-48D7-827C-DB5477A18C75}" type="pres">
      <dgm:prSet presAssocID="{D3645590-8DC3-448E-B73F-2432666F769B}" presName="sp" presStyleCnt="0"/>
      <dgm:spPr/>
    </dgm:pt>
    <dgm:pt modelId="{0549A8D3-44C8-43DA-B312-87CB88E34B9E}" type="pres">
      <dgm:prSet presAssocID="{0A1656AD-EA56-4C05-9BF7-DBC88649E346}" presName="composite" presStyleCnt="0"/>
      <dgm:spPr/>
    </dgm:pt>
    <dgm:pt modelId="{05C38334-F6BF-4771-9302-A0EC21B3E040}" type="pres">
      <dgm:prSet presAssocID="{0A1656AD-EA56-4C05-9BF7-DBC88649E34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382F1DC-A483-4936-9344-37B06EB07AC4}" type="pres">
      <dgm:prSet presAssocID="{0A1656AD-EA56-4C05-9BF7-DBC88649E346}" presName="descendantText" presStyleLbl="alignAcc1" presStyleIdx="1" presStyleCnt="3" custLinFactNeighborX="-212" custLinFactNeighborY="-583">
        <dgm:presLayoutVars>
          <dgm:bulletEnabled val="1"/>
        </dgm:presLayoutVars>
      </dgm:prSet>
      <dgm:spPr/>
    </dgm:pt>
    <dgm:pt modelId="{CCB9EDCE-9A3F-494E-A4EA-9C0960EBCF55}" type="pres">
      <dgm:prSet presAssocID="{2AA897A8-0AB1-4196-B2A8-977E36AEF17A}" presName="sp" presStyleCnt="0"/>
      <dgm:spPr/>
    </dgm:pt>
    <dgm:pt modelId="{23FB4795-A552-4495-86B2-D29E727AD1B5}" type="pres">
      <dgm:prSet presAssocID="{073656B0-3B61-43F7-A6F6-69B19F7A15CE}" presName="composite" presStyleCnt="0"/>
      <dgm:spPr/>
    </dgm:pt>
    <dgm:pt modelId="{E298E9F1-0C48-415A-A06C-D2A84E3DD19E}" type="pres">
      <dgm:prSet presAssocID="{073656B0-3B61-43F7-A6F6-69B19F7A15C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F7BC277-1A9D-4B9E-B8AC-FB958A120EE0}" type="pres">
      <dgm:prSet presAssocID="{073656B0-3B61-43F7-A6F6-69B19F7A15CE}" presName="descendantText" presStyleLbl="alignAcc1" presStyleIdx="2" presStyleCnt="3" custLinFactNeighborX="330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C29C7EE1-50D5-4FE1-9BAD-5ECC53CBD9FC}" srcId="{F8037E15-11BB-4AF3-8CDF-9E95AF529EE2}" destId="{791FC6C2-B3D8-40C8-B0C4-85DBCBD1C639}" srcOrd="0" destOrd="0" parTransId="{3AF828B3-934E-4370-B663-3E2D012244CA}" sibTransId="{D3645590-8DC3-448E-B73F-2432666F769B}"/>
    <dgm:cxn modelId="{D536DF0A-8F58-4E16-AD7A-FB518D212A23}" srcId="{791FC6C2-B3D8-40C8-B0C4-85DBCBD1C639}" destId="{09E9C108-667D-4F5F-BE83-11AAFADF1975}" srcOrd="0" destOrd="0" parTransId="{343701AB-D222-4BFE-A1BE-768E40306F9A}" sibTransId="{A778F8E2-C393-477F-BCFD-76646F350BFD}"/>
    <dgm:cxn modelId="{EF866B5B-6D24-4222-9688-CF6B602766E7}" srcId="{F8037E15-11BB-4AF3-8CDF-9E95AF529EE2}" destId="{0A1656AD-EA56-4C05-9BF7-DBC88649E346}" srcOrd="1" destOrd="0" parTransId="{B372F35A-B45E-4E38-A1C5-D9BD3F2F4AB0}" sibTransId="{2AA897A8-0AB1-4196-B2A8-977E36AEF17A}"/>
    <dgm:cxn modelId="{26BB24D2-1186-4FA1-AC8D-165FD139CE5C}" srcId="{0A1656AD-EA56-4C05-9BF7-DBC88649E346}" destId="{ED69F506-31DE-41C6-BBB1-9B4A8E6FA037}" srcOrd="0" destOrd="1" parTransId="{0A6FE80F-84E2-4ECE-8754-6EA412D357B8}" sibTransId="{7A7CA9C2-5BD1-4BDB-B3B2-F3108C862EA7}"/>
    <dgm:cxn modelId="{8A9175FA-47C1-4E6C-AC5A-07655BE9E284}" srcId="{F8037E15-11BB-4AF3-8CDF-9E95AF529EE2}" destId="{073656B0-3B61-43F7-A6F6-69B19F7A15CE}" srcOrd="2" destOrd="0" parTransId="{62E14F54-2AE2-4837-A752-A74550A5D85A}" sibTransId="{CC7AE748-D45B-41FA-A1DE-A42676E802D5}"/>
    <dgm:cxn modelId="{50624919-84B4-493D-B45B-67EB4A6CD6EB}" srcId="{073656B0-3B61-43F7-A6F6-69B19F7A15CE}" destId="{BE1C3A7F-D006-4BC1-BA3E-7B9B72431ED5}" srcOrd="0" destOrd="2" parTransId="{50A0EB49-A7CB-492F-BA59-9338CEA4507E}" sibTransId="{D677D4AF-3FA1-444B-BFB2-A2A0F83BF5A9}"/>
    <dgm:cxn modelId="{9279DC66-271B-441B-A2E1-4C984E56EC77}" type="presOf" srcId="{F8037E15-11BB-4AF3-8CDF-9E95AF529EE2}" destId="{412A8F67-C196-403C-B4DB-45F1A5CD10DD}" srcOrd="0" destOrd="0" presId="urn:microsoft.com/office/officeart/2005/8/layout/chevron2"/>
    <dgm:cxn modelId="{DBA1C520-BBC2-4AF4-A0C8-24F75FCE8DBD}" type="presParOf" srcId="{412A8F67-C196-403C-B4DB-45F1A5CD10DD}" destId="{9F504897-DCC8-4007-A171-7041D634763E}" srcOrd="0" destOrd="0" presId="urn:microsoft.com/office/officeart/2005/8/layout/chevron2"/>
    <dgm:cxn modelId="{35F9BA73-1AEE-4123-BCED-5ADACB582F85}" type="presParOf" srcId="{9F504897-DCC8-4007-A171-7041D634763E}" destId="{A7795317-BFF2-4AF9-A14B-522A45B5001D}" srcOrd="0" destOrd="0" presId="urn:microsoft.com/office/officeart/2005/8/layout/chevron2"/>
    <dgm:cxn modelId="{78E25189-7F96-4FD7-8BCE-F716CA979C92}" type="presOf" srcId="{791FC6C2-B3D8-40C8-B0C4-85DBCBD1C639}" destId="{A7795317-BFF2-4AF9-A14B-522A45B5001D}" srcOrd="0" destOrd="0" presId="urn:microsoft.com/office/officeart/2005/8/layout/chevron2"/>
    <dgm:cxn modelId="{8BD279DA-453B-48AD-97E6-069EE6C23A45}" type="presParOf" srcId="{9F504897-DCC8-4007-A171-7041D634763E}" destId="{20FB9E80-A787-4718-9711-691D63B22158}" srcOrd="1" destOrd="0" presId="urn:microsoft.com/office/officeart/2005/8/layout/chevron2"/>
    <dgm:cxn modelId="{593A71C4-339F-4724-B188-62269F9A38F0}" type="presOf" srcId="{09E9C108-667D-4F5F-BE83-11AAFADF1975}" destId="{20FB9E80-A787-4718-9711-691D63B22158}" srcOrd="0" destOrd="0" presId="urn:microsoft.com/office/officeart/2005/8/layout/chevron2"/>
    <dgm:cxn modelId="{F3B92FF3-BC33-4848-A8CB-3B594F540541}" type="presParOf" srcId="{412A8F67-C196-403C-B4DB-45F1A5CD10DD}" destId="{F8D2028E-7608-48D7-827C-DB5477A18C75}" srcOrd="1" destOrd="0" presId="urn:microsoft.com/office/officeart/2005/8/layout/chevron2"/>
    <dgm:cxn modelId="{B9F46FD1-8456-4708-AD2F-ABEBA2A05D64}" type="presOf" srcId="{D3645590-8DC3-448E-B73F-2432666F769B}" destId="{F8D2028E-7608-48D7-827C-DB5477A18C75}" srcOrd="0" destOrd="0" presId="urn:microsoft.com/office/officeart/2005/8/layout/chevron2"/>
    <dgm:cxn modelId="{A0FE9422-3F96-42FA-94FF-534EBB620DF6}" type="presParOf" srcId="{412A8F67-C196-403C-B4DB-45F1A5CD10DD}" destId="{0549A8D3-44C8-43DA-B312-87CB88E34B9E}" srcOrd="2" destOrd="0" presId="urn:microsoft.com/office/officeart/2005/8/layout/chevron2"/>
    <dgm:cxn modelId="{67A7441E-3834-454F-8D0D-C9F9A330CFE7}" type="presParOf" srcId="{0549A8D3-44C8-43DA-B312-87CB88E34B9E}" destId="{05C38334-F6BF-4771-9302-A0EC21B3E040}" srcOrd="0" destOrd="2" presId="urn:microsoft.com/office/officeart/2005/8/layout/chevron2"/>
    <dgm:cxn modelId="{0B455147-ECD3-4A70-B5CF-D0F603FA84AE}" type="presOf" srcId="{0A1656AD-EA56-4C05-9BF7-DBC88649E346}" destId="{05C38334-F6BF-4771-9302-A0EC21B3E040}" srcOrd="0" destOrd="0" presId="urn:microsoft.com/office/officeart/2005/8/layout/chevron2"/>
    <dgm:cxn modelId="{0BA6A8DD-F23E-487E-9049-62840A6767E6}" type="presParOf" srcId="{0549A8D3-44C8-43DA-B312-87CB88E34B9E}" destId="{2382F1DC-A483-4936-9344-37B06EB07AC4}" srcOrd="1" destOrd="2" presId="urn:microsoft.com/office/officeart/2005/8/layout/chevron2"/>
    <dgm:cxn modelId="{CB14DF8C-6FC3-4CEC-B0BB-BA4A52EB84A3}" type="presOf" srcId="{ED69F506-31DE-41C6-BBB1-9B4A8E6FA037}" destId="{2382F1DC-A483-4936-9344-37B06EB07AC4}" srcOrd="0" destOrd="0" presId="urn:microsoft.com/office/officeart/2005/8/layout/chevron2"/>
    <dgm:cxn modelId="{2CE93EC9-DE37-42BF-8BC3-24DFF2E746C9}" type="presParOf" srcId="{412A8F67-C196-403C-B4DB-45F1A5CD10DD}" destId="{CCB9EDCE-9A3F-494E-A4EA-9C0960EBCF55}" srcOrd="3" destOrd="0" presId="urn:microsoft.com/office/officeart/2005/8/layout/chevron2"/>
    <dgm:cxn modelId="{605406C6-139A-4CCC-840B-F04C99E38611}" type="presOf" srcId="{2AA897A8-0AB1-4196-B2A8-977E36AEF17A}" destId="{CCB9EDCE-9A3F-494E-A4EA-9C0960EBCF55}" srcOrd="0" destOrd="0" presId="urn:microsoft.com/office/officeart/2005/8/layout/chevron2"/>
    <dgm:cxn modelId="{8D444310-9D57-4D08-9944-279F569EDFFA}" type="presParOf" srcId="{412A8F67-C196-403C-B4DB-45F1A5CD10DD}" destId="{23FB4795-A552-4495-86B2-D29E727AD1B5}" srcOrd="4" destOrd="0" presId="urn:microsoft.com/office/officeart/2005/8/layout/chevron2"/>
    <dgm:cxn modelId="{72C78C5D-0F36-4BBD-903C-249F2AAA95D4}" type="presParOf" srcId="{23FB4795-A552-4495-86B2-D29E727AD1B5}" destId="{E298E9F1-0C48-415A-A06C-D2A84E3DD19E}" srcOrd="0" destOrd="4" presId="urn:microsoft.com/office/officeart/2005/8/layout/chevron2"/>
    <dgm:cxn modelId="{AC885DD4-9EF7-4A84-8445-4C2EAFF86493}" type="presOf" srcId="{073656B0-3B61-43F7-A6F6-69B19F7A15CE}" destId="{E298E9F1-0C48-415A-A06C-D2A84E3DD19E}" srcOrd="0" destOrd="0" presId="urn:microsoft.com/office/officeart/2005/8/layout/chevron2"/>
    <dgm:cxn modelId="{C04B8FFD-CE2B-463A-AB7A-2FB0DEC3A517}" type="presParOf" srcId="{23FB4795-A552-4495-86B2-D29E727AD1B5}" destId="{1F7BC277-1A9D-4B9E-B8AC-FB958A120EE0}" srcOrd="1" destOrd="4" presId="urn:microsoft.com/office/officeart/2005/8/layout/chevron2"/>
    <dgm:cxn modelId="{07BB6A99-F5C8-456F-9C76-8A083C0B8CB9}" type="presOf" srcId="{BE1C3A7F-D006-4BC1-BA3E-7B9B72431ED5}" destId="{1F7BC277-1A9D-4B9E-B8AC-FB958A120EE0}" srcOrd="0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777605" cy="5206365"/>
        <a:chOff x="0" y="0"/>
        <a:chExt cx="8777605" cy="5206365"/>
      </a:xfrm>
    </dsp:grpSpPr>
    <dsp:sp modelId="{DF5D5C07-40A8-432F-B8FD-F22EEBCD943F}">
      <dsp:nvSpPr>
        <dsp:cNvPr id="4" name="同侧圆角矩形 3"/>
        <dsp:cNvSpPr/>
      </dsp:nvSpPr>
      <dsp:spPr bwMode="white">
        <a:xfrm rot="5400000">
          <a:off x="4790436" y="-1526396"/>
          <a:ext cx="867505" cy="7106832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区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县级土壤属性制图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问题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与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注意事项</a:t>
          </a:r>
          <a:endParaRPr lang="zh-CN" altLang="en-US" sz="3200" b="1" kern="1200" noProof="0" dirty="0">
            <a:ln>
              <a:noFill/>
            </a:ln>
            <a:solidFill>
              <a:schemeClr val="dk1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sp:txBody>
      <dsp:txXfrm rot="5400000">
        <a:off x="4790436" y="-1526396"/>
        <a:ext cx="867505" cy="7106832"/>
      </dsp:txXfrm>
    </dsp:sp>
    <dsp:sp modelId="{E8379C1E-362F-49EE-B8DA-0338FF404859}">
      <dsp:nvSpPr>
        <dsp:cNvPr id="3" name="圆角矩形 2"/>
        <dsp:cNvSpPr/>
      </dsp:nvSpPr>
      <dsp:spPr bwMode="white">
        <a:xfrm>
          <a:off x="0" y="1581017"/>
          <a:ext cx="1670773" cy="892007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0" tIns="76200" rIns="152400" bIns="76200" anchor="ctr"/>
        <a:lstStyle>
          <a:lvl1pPr algn="ctr">
            <a:defRPr sz="4000"/>
          </a:lvl1pPr>
          <a:lvl2pPr marL="285750" indent="-285750" algn="ctr">
            <a:defRPr sz="3100"/>
          </a:lvl2pPr>
          <a:lvl3pPr marL="571500" indent="-285750" algn="ctr">
            <a:defRPr sz="3100"/>
          </a:lvl3pPr>
          <a:lvl4pPr marL="857250" indent="-285750" algn="ctr">
            <a:defRPr sz="3100"/>
          </a:lvl4pPr>
          <a:lvl5pPr marL="1143000" indent="-285750" algn="ctr">
            <a:defRPr sz="3100"/>
          </a:lvl5pPr>
          <a:lvl6pPr marL="1428750" indent="-285750" algn="ctr">
            <a:defRPr sz="3100"/>
          </a:lvl6pPr>
          <a:lvl7pPr marL="1714500" indent="-285750" algn="ctr">
            <a:defRPr sz="3100"/>
          </a:lvl7pPr>
          <a:lvl8pPr marL="2000250" indent="-285750" algn="ctr">
            <a:defRPr sz="3100"/>
          </a:lvl8pPr>
          <a:lvl9pPr marL="2286000" indent="-285750" algn="ctr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rPr>
            <a:t>（一）</a:t>
          </a:r>
          <a:endParaRPr lang="zh-CN" altLang="en-US" sz="4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581017"/>
        <a:ext cx="1670773" cy="892007"/>
      </dsp:txXfrm>
    </dsp:sp>
    <dsp:sp modelId="{D55DE490-8F3F-4CE3-931A-3CD41A02B329}">
      <dsp:nvSpPr>
        <dsp:cNvPr id="6" name="同侧圆角矩形 5"/>
        <dsp:cNvSpPr/>
      </dsp:nvSpPr>
      <dsp:spPr bwMode="white">
        <a:xfrm rot="5400000">
          <a:off x="4790436" y="-374071"/>
          <a:ext cx="867505" cy="7106832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地市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级土壤属性制图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路径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及</a:t>
          </a:r>
          <a:r>
            <a:rPr lang="zh-CN" altLang="en-US" sz="3200" b="1" kern="12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注意事项</a:t>
          </a:r>
          <a:endParaRPr lang="zh-CN" altLang="en-US" sz="3200" b="1" kern="1200" noProof="0" dirty="0">
            <a:ln>
              <a:noFill/>
            </a:ln>
            <a:solidFill>
              <a:schemeClr val="dk1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sp:txBody>
      <dsp:txXfrm rot="5400000">
        <a:off x="4790436" y="-374071"/>
        <a:ext cx="867505" cy="7106832"/>
      </dsp:txXfrm>
    </dsp:sp>
    <dsp:sp modelId="{C7F40EFC-B1BA-4715-91F5-9C2883050797}">
      <dsp:nvSpPr>
        <dsp:cNvPr id="5" name="圆角矩形 4"/>
        <dsp:cNvSpPr/>
      </dsp:nvSpPr>
      <dsp:spPr bwMode="white">
        <a:xfrm>
          <a:off x="0" y="2733342"/>
          <a:ext cx="1670773" cy="892007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76200" rIns="152400" bIns="76200" anchor="ctr"/>
        <a:lstStyle>
          <a:lvl1pPr algn="ctr">
            <a:defRPr sz="4000"/>
          </a:lvl1pPr>
          <a:lvl2pPr marL="285750" indent="-285750" algn="ctr">
            <a:defRPr sz="3100"/>
          </a:lvl2pPr>
          <a:lvl3pPr marL="571500" indent="-285750" algn="ctr">
            <a:defRPr sz="3100"/>
          </a:lvl3pPr>
          <a:lvl4pPr marL="857250" indent="-285750" algn="ctr">
            <a:defRPr sz="3100"/>
          </a:lvl4pPr>
          <a:lvl5pPr marL="1143000" indent="-285750" algn="ctr">
            <a:defRPr sz="3100"/>
          </a:lvl5pPr>
          <a:lvl6pPr marL="1428750" indent="-285750" algn="ctr">
            <a:defRPr sz="3100"/>
          </a:lvl6pPr>
          <a:lvl7pPr marL="1714500" indent="-285750" algn="ctr">
            <a:defRPr sz="3100"/>
          </a:lvl7pPr>
          <a:lvl8pPr marL="2000250" indent="-285750" algn="ctr">
            <a:defRPr sz="3100"/>
          </a:lvl8pPr>
          <a:lvl9pPr marL="2286000" indent="-285750" algn="ctr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（二）</a:t>
          </a:r>
        </a:p>
      </dsp:txBody>
      <dsp:txXfrm>
        <a:off x="0" y="2733342"/>
        <a:ext cx="1670773" cy="892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460311" cy="4959793"/>
        <a:chOff x="0" y="0"/>
        <a:chExt cx="5460311" cy="4959793"/>
      </a:xfrm>
    </dsp:grpSpPr>
    <dsp:sp modelId="{DF5D5C07-40A8-432F-B8FD-F22EEBCD943F}">
      <dsp:nvSpPr>
        <dsp:cNvPr id="4" name="同侧圆角矩形 3"/>
        <dsp:cNvSpPr/>
      </dsp:nvSpPr>
      <dsp:spPr bwMode="white">
        <a:xfrm rot="5400000">
          <a:off x="2836617" y="-1377214"/>
          <a:ext cx="826421" cy="4420968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kumimoji="0" lang="zh-CN" altLang="en-US" sz="32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 图 过 程</a:t>
          </a:r>
          <a:endParaRPr lang="zh-CN" altLang="en-US" sz="3200" dirty="0">
            <a:solidFill>
              <a:schemeClr val="tx1"/>
            </a:solidFill>
          </a:endParaRPr>
        </a:p>
      </dsp:txBody>
      <dsp:txXfrm rot="5400000">
        <a:off x="2836617" y="-1377214"/>
        <a:ext cx="826421" cy="4420968"/>
      </dsp:txXfrm>
    </dsp:sp>
    <dsp:sp modelId="{E8379C1E-362F-49EE-B8DA-0338FF404859}">
      <dsp:nvSpPr>
        <dsp:cNvPr id="3" name="圆角矩形 2"/>
        <dsp:cNvSpPr/>
      </dsp:nvSpPr>
      <dsp:spPr bwMode="white">
        <a:xfrm>
          <a:off x="0" y="408389"/>
          <a:ext cx="1039343" cy="849761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08389"/>
        <a:ext cx="1039343" cy="849761"/>
      </dsp:txXfrm>
    </dsp:sp>
    <dsp:sp modelId="{D55DE490-8F3F-4CE3-931A-3CD41A02B329}">
      <dsp:nvSpPr>
        <dsp:cNvPr id="6" name="同侧圆角矩形 5"/>
        <dsp:cNvSpPr/>
      </dsp:nvSpPr>
      <dsp:spPr bwMode="white">
        <a:xfrm rot="5400000">
          <a:off x="2836617" y="-279463"/>
          <a:ext cx="826421" cy="4420968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 图 结 果</a:t>
          </a:r>
          <a:endParaRPr kumimoji="0" lang="zh-CN" altLang="en-US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 rot="5400000">
        <a:off x="2836617" y="-279463"/>
        <a:ext cx="826421" cy="4420968"/>
      </dsp:txXfrm>
    </dsp:sp>
    <dsp:sp modelId="{C7F40EFC-B1BA-4715-91F5-9C2883050797}">
      <dsp:nvSpPr>
        <dsp:cNvPr id="5" name="圆角矩形 4"/>
        <dsp:cNvSpPr/>
      </dsp:nvSpPr>
      <dsp:spPr bwMode="white">
        <a:xfrm>
          <a:off x="0" y="1506140"/>
          <a:ext cx="1039343" cy="849761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506140"/>
        <a:ext cx="1039343" cy="849761"/>
      </dsp:txXfrm>
    </dsp:sp>
    <dsp:sp modelId="{62EF450D-6C0F-4701-9D0D-EE5EE5EF9538}">
      <dsp:nvSpPr>
        <dsp:cNvPr id="8" name="同侧圆角矩形 7"/>
        <dsp:cNvSpPr/>
      </dsp:nvSpPr>
      <dsp:spPr bwMode="white">
        <a:xfrm rot="5400000">
          <a:off x="2836617" y="818288"/>
          <a:ext cx="826421" cy="4420968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图 面 表 达</a:t>
          </a:r>
          <a:endParaRPr kumimoji="0" lang="zh-CN" altLang="en-US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 rot="5400000">
        <a:off x="2836617" y="818288"/>
        <a:ext cx="826421" cy="4420968"/>
      </dsp:txXfrm>
    </dsp:sp>
    <dsp:sp modelId="{6BB9AD36-D891-4A2D-AE1A-0D06E9BDBE12}">
      <dsp:nvSpPr>
        <dsp:cNvPr id="7" name="圆角矩形 6"/>
        <dsp:cNvSpPr/>
      </dsp:nvSpPr>
      <dsp:spPr bwMode="white">
        <a:xfrm>
          <a:off x="0" y="2603891"/>
          <a:ext cx="1039343" cy="849761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603891"/>
        <a:ext cx="1039343" cy="849761"/>
      </dsp:txXfrm>
    </dsp:sp>
    <dsp:sp modelId="{78E9647E-4848-4047-8711-9832FF241260}">
      <dsp:nvSpPr>
        <dsp:cNvPr id="10" name="同侧圆角矩形 9"/>
        <dsp:cNvSpPr/>
      </dsp:nvSpPr>
      <dsp:spPr bwMode="white">
        <a:xfrm rot="5400000">
          <a:off x="2836617" y="1916039"/>
          <a:ext cx="826421" cy="4420968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 图 报 告</a:t>
          </a:r>
          <a:endParaRPr kumimoji="0" lang="zh-CN" altLang="en-US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 rot="5400000">
        <a:off x="2836617" y="1916039"/>
        <a:ext cx="826421" cy="4420968"/>
      </dsp:txXfrm>
    </dsp:sp>
    <dsp:sp modelId="{3D71AF2C-D3DC-4886-A9F6-923B435A5377}">
      <dsp:nvSpPr>
        <dsp:cNvPr id="9" name="圆角矩形 8"/>
        <dsp:cNvSpPr/>
      </dsp:nvSpPr>
      <dsp:spPr bwMode="white">
        <a:xfrm>
          <a:off x="0" y="3701642"/>
          <a:ext cx="1039343" cy="849761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endParaRPr lang="en-US" altLang="zh-CN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701642"/>
        <a:ext cx="1039343" cy="8497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76290" cy="5153660"/>
        <a:chOff x="0" y="0"/>
        <a:chExt cx="5876290" cy="5153660"/>
      </a:xfrm>
    </dsp:grpSpPr>
    <dsp:sp modelId="{A7795317-BFF2-4AF9-A14B-522A45B5001D}">
      <dsp:nvSpPr>
        <dsp:cNvPr id="3" name="燕尾形 2"/>
        <dsp:cNvSpPr/>
      </dsp:nvSpPr>
      <dsp:spPr bwMode="white">
        <a:xfrm rot="5400000">
          <a:off x="-209602" y="209602"/>
          <a:ext cx="1397347" cy="978143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09602" y="209602"/>
        <a:ext cx="1397347" cy="978143"/>
      </dsp:txXfrm>
    </dsp:sp>
    <dsp:sp modelId="{20FB9E80-A787-4718-9711-691D63B22158}">
      <dsp:nvSpPr>
        <dsp:cNvPr id="4" name="同侧圆角矩形 3"/>
        <dsp:cNvSpPr/>
      </dsp:nvSpPr>
      <dsp:spPr bwMode="white">
        <a:xfrm rot="5400000">
          <a:off x="2968376" y="-1984500"/>
          <a:ext cx="908276" cy="489814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样点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制备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过程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不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完善</a:t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2968376" y="-1984500"/>
        <a:ext cx="908276" cy="4898147"/>
      </dsp:txXfrm>
    </dsp:sp>
    <dsp:sp modelId="{05C38334-F6BF-4771-9302-A0EC21B3E040}">
      <dsp:nvSpPr>
        <dsp:cNvPr id="5" name="燕尾形 4"/>
        <dsp:cNvSpPr/>
      </dsp:nvSpPr>
      <dsp:spPr bwMode="white">
        <a:xfrm rot="5400000">
          <a:off x="-209602" y="1461706"/>
          <a:ext cx="1397347" cy="978143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09602" y="1461706"/>
        <a:ext cx="1397347" cy="978143"/>
      </dsp:txXfrm>
    </dsp:sp>
    <dsp:sp modelId="{2382F1DC-A483-4936-9344-37B06EB07AC4}">
      <dsp:nvSpPr>
        <dsp:cNvPr id="6" name="同侧圆角矩形 5"/>
        <dsp:cNvSpPr/>
      </dsp:nvSpPr>
      <dsp:spPr bwMode="white">
        <a:xfrm rot="5400000">
          <a:off x="2962695" y="-748127"/>
          <a:ext cx="908276" cy="489814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环境变量制备不规范合理</a:t>
          </a:r>
          <a:endParaRPr>
            <a:solidFill>
              <a:schemeClr val="dk1"/>
            </a:solidFill>
          </a:endParaRPr>
        </a:p>
      </dsp:txBody>
      <dsp:txXfrm rot="5400000">
        <a:off x="2962695" y="-748127"/>
        <a:ext cx="908276" cy="4898147"/>
      </dsp:txXfrm>
    </dsp:sp>
    <dsp:sp modelId="{E298E9F1-0C48-415A-A06C-D2A84E3DD19E}">
      <dsp:nvSpPr>
        <dsp:cNvPr id="7" name="燕尾形 6"/>
        <dsp:cNvSpPr/>
      </dsp:nvSpPr>
      <dsp:spPr bwMode="white">
        <a:xfrm rot="5400000">
          <a:off x="-209602" y="2713811"/>
          <a:ext cx="1397347" cy="978143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09602" y="2713811"/>
        <a:ext cx="1397347" cy="978143"/>
      </dsp:txXfrm>
    </dsp:sp>
    <dsp:sp modelId="{1F7BC277-1A9D-4B9E-B8AC-FB958A120EE0}">
      <dsp:nvSpPr>
        <dsp:cNvPr id="8" name="同侧圆角矩形 7"/>
        <dsp:cNvSpPr/>
      </dsp:nvSpPr>
      <dsp:spPr bwMode="white">
        <a:xfrm rot="5400000">
          <a:off x="2973079" y="509273"/>
          <a:ext cx="908276" cy="489814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入模环境变量不合理</a:t>
          </a:r>
          <a:endParaRPr>
            <a:solidFill>
              <a:schemeClr val="dk1"/>
            </a:solidFill>
          </a:endParaRPr>
        </a:p>
      </dsp:txBody>
      <dsp:txXfrm rot="5400000">
        <a:off x="2973079" y="509273"/>
        <a:ext cx="908276" cy="4898147"/>
      </dsp:txXfrm>
    </dsp:sp>
    <dsp:sp modelId="{CE94C4A8-EA5A-4598-931E-8A710D5F70B2}">
      <dsp:nvSpPr>
        <dsp:cNvPr id="9" name="燕尾形 8"/>
        <dsp:cNvSpPr/>
      </dsp:nvSpPr>
      <dsp:spPr bwMode="white">
        <a:xfrm rot="5400000">
          <a:off x="-209602" y="3965915"/>
          <a:ext cx="1397347" cy="978143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4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09602" y="3965915"/>
        <a:ext cx="1397347" cy="978143"/>
      </dsp:txXfrm>
    </dsp:sp>
    <dsp:sp modelId="{45C2E9D5-E155-42F9-9A58-D458AE38F33B}">
      <dsp:nvSpPr>
        <dsp:cNvPr id="10" name="同侧圆角矩形 9"/>
        <dsp:cNvSpPr/>
      </dsp:nvSpPr>
      <dsp:spPr bwMode="white">
        <a:xfrm rot="5400000">
          <a:off x="2973079" y="1761377"/>
          <a:ext cx="908276" cy="489814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制图模型或方法不合理</a:t>
          </a:r>
          <a:endParaRPr>
            <a:solidFill>
              <a:schemeClr val="dk1"/>
            </a:solidFill>
          </a:endParaRPr>
        </a:p>
      </dsp:txBody>
      <dsp:txXfrm rot="5400000">
        <a:off x="2973079" y="1761377"/>
        <a:ext cx="908276" cy="48981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554595" cy="4286885"/>
        <a:chOff x="0" y="0"/>
        <a:chExt cx="7554595" cy="4286885"/>
      </a:xfrm>
    </dsp:grpSpPr>
    <dsp:sp modelId="{A7795317-BFF2-4AF9-A14B-522A45B5001D}">
      <dsp:nvSpPr>
        <dsp:cNvPr id="3" name="燕尾形 2"/>
        <dsp:cNvSpPr/>
      </dsp:nvSpPr>
      <dsp:spPr bwMode="white">
        <a:xfrm rot="5400000">
          <a:off x="-233823" y="233823"/>
          <a:ext cx="1558820" cy="1091174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33823" y="233823"/>
        <a:ext cx="1558820" cy="1091174"/>
      </dsp:txXfrm>
    </dsp:sp>
    <dsp:sp modelId="{20FB9E80-A787-4718-9711-691D63B22158}">
      <dsp:nvSpPr>
        <dsp:cNvPr id="4" name="同侧圆角矩形 3"/>
        <dsp:cNvSpPr/>
      </dsp:nvSpPr>
      <dsp:spPr bwMode="white">
        <a:xfrm rot="5400000">
          <a:off x="3810063" y="-2713452"/>
          <a:ext cx="1013233" cy="646342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制图精度验证结果过高或过低</a:t>
          </a:r>
          <a:endParaRPr>
            <a:solidFill>
              <a:schemeClr val="dk1"/>
            </a:solidFill>
          </a:endParaRPr>
        </a:p>
      </dsp:txBody>
      <dsp:txXfrm rot="5400000">
        <a:off x="3810063" y="-2713452"/>
        <a:ext cx="1013233" cy="6463421"/>
      </dsp:txXfrm>
    </dsp:sp>
    <dsp:sp modelId="{05C38334-F6BF-4771-9302-A0EC21B3E040}">
      <dsp:nvSpPr>
        <dsp:cNvPr id="5" name="燕尾形 4"/>
        <dsp:cNvSpPr/>
      </dsp:nvSpPr>
      <dsp:spPr bwMode="white">
        <a:xfrm rot="5400000">
          <a:off x="-233823" y="1597856"/>
          <a:ext cx="1558820" cy="1091174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33823" y="1597856"/>
        <a:ext cx="1558820" cy="1091174"/>
      </dsp:txXfrm>
    </dsp:sp>
    <dsp:sp modelId="{2382F1DC-A483-4936-9344-37B06EB07AC4}">
      <dsp:nvSpPr>
        <dsp:cNvPr id="6" name="同侧圆角矩形 5"/>
        <dsp:cNvSpPr/>
      </dsp:nvSpPr>
      <dsp:spPr bwMode="white">
        <a:xfrm rot="5400000">
          <a:off x="3802566" y="-1366969"/>
          <a:ext cx="1013233" cy="646342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制图精度评价指标间逻辑一致性差</a:t>
          </a:r>
          <a:endParaRPr>
            <a:solidFill>
              <a:schemeClr val="dk1"/>
            </a:solidFill>
          </a:endParaRPr>
        </a:p>
      </dsp:txBody>
      <dsp:txXfrm rot="5400000">
        <a:off x="3802566" y="-1366969"/>
        <a:ext cx="1013233" cy="6463421"/>
      </dsp:txXfrm>
    </dsp:sp>
    <dsp:sp modelId="{E298E9F1-0C48-415A-A06C-D2A84E3DD19E}">
      <dsp:nvSpPr>
        <dsp:cNvPr id="7" name="燕尾形 6"/>
        <dsp:cNvSpPr/>
      </dsp:nvSpPr>
      <dsp:spPr bwMode="white">
        <a:xfrm rot="5400000">
          <a:off x="-233823" y="2961888"/>
          <a:ext cx="1558820" cy="1091174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33823" y="2961888"/>
        <a:ext cx="1558820" cy="1091174"/>
      </dsp:txXfrm>
    </dsp:sp>
    <dsp:sp modelId="{1F7BC277-1A9D-4B9E-B8AC-FB958A120EE0}">
      <dsp:nvSpPr>
        <dsp:cNvPr id="8" name="同侧圆角矩形 7"/>
        <dsp:cNvSpPr/>
      </dsp:nvSpPr>
      <dsp:spPr bwMode="white">
        <a:xfrm rot="5400000">
          <a:off x="3816268" y="2971"/>
          <a:ext cx="1013233" cy="646342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制图结果空间分布合理性、准确性差</a:t>
          </a:r>
          <a:endParaRPr>
            <a:solidFill>
              <a:schemeClr val="dk1"/>
            </a:solidFill>
          </a:endParaRPr>
        </a:p>
      </dsp:txBody>
      <dsp:txXfrm rot="5400000">
        <a:off x="3816268" y="2971"/>
        <a:ext cx="1013233" cy="64634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622062" cy="3113826"/>
        <a:chOff x="0" y="0"/>
        <a:chExt cx="5622062" cy="3113826"/>
      </a:xfrm>
    </dsp:grpSpPr>
    <dsp:sp modelId="{A7795317-BFF2-4AF9-A14B-522A45B5001D}">
      <dsp:nvSpPr>
        <dsp:cNvPr id="3" name="燕尾形 2"/>
        <dsp:cNvSpPr/>
      </dsp:nvSpPr>
      <dsp:spPr bwMode="white">
        <a:xfrm rot="5400000">
          <a:off x="-255515" y="255515"/>
          <a:ext cx="1703436" cy="1192405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5515" y="255515"/>
        <a:ext cx="1703436" cy="1192405"/>
      </dsp:txXfrm>
    </dsp:sp>
    <dsp:sp modelId="{20FB9E80-A787-4718-9711-691D63B22158}">
      <dsp:nvSpPr>
        <dsp:cNvPr id="4" name="同侧圆角矩形 3"/>
        <dsp:cNvSpPr/>
      </dsp:nvSpPr>
      <dsp:spPr bwMode="white">
        <a:xfrm rot="5400000">
          <a:off x="2849364" y="-1648489"/>
          <a:ext cx="1107234" cy="442965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图面内容缺失不完整</a:t>
          </a:r>
          <a:endParaRPr>
            <a:solidFill>
              <a:schemeClr val="dk1"/>
            </a:solidFill>
          </a:endParaRPr>
        </a:p>
      </dsp:txBody>
      <dsp:txXfrm rot="5400000">
        <a:off x="2849364" y="-1648489"/>
        <a:ext cx="1107234" cy="4429657"/>
      </dsp:txXfrm>
    </dsp:sp>
    <dsp:sp modelId="{05C38334-F6BF-4771-9302-A0EC21B3E040}">
      <dsp:nvSpPr>
        <dsp:cNvPr id="5" name="燕尾形 4"/>
        <dsp:cNvSpPr/>
      </dsp:nvSpPr>
      <dsp:spPr bwMode="white">
        <a:xfrm rot="5400000">
          <a:off x="-255515" y="1665905"/>
          <a:ext cx="1703436" cy="1192405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5515" y="1665905"/>
        <a:ext cx="1703436" cy="1192405"/>
      </dsp:txXfrm>
    </dsp:sp>
    <dsp:sp modelId="{2382F1DC-A483-4936-9344-37B06EB07AC4}">
      <dsp:nvSpPr>
        <dsp:cNvPr id="6" name="同侧圆角矩形 5"/>
        <dsp:cNvSpPr/>
      </dsp:nvSpPr>
      <dsp:spPr bwMode="white">
        <a:xfrm rot="5400000">
          <a:off x="2844226" y="-257277"/>
          <a:ext cx="1107234" cy="442965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上图要素表达不规范</a:t>
          </a:r>
          <a:endParaRPr lang="zh-CN" altLang="en-US" sz="2800" b="1" kern="1200" dirty="0">
            <a:solidFill>
              <a:schemeClr val="dk1"/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2844226" y="-257277"/>
        <a:ext cx="1107234" cy="44296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253605" cy="4806315"/>
        <a:chOff x="0" y="0"/>
        <a:chExt cx="7253605" cy="4806315"/>
      </a:xfrm>
    </dsp:grpSpPr>
    <dsp:sp modelId="{A7795317-BFF2-4AF9-A14B-522A45B5001D}">
      <dsp:nvSpPr>
        <dsp:cNvPr id="3" name="燕尾形 2"/>
        <dsp:cNvSpPr/>
      </dsp:nvSpPr>
      <dsp:spPr bwMode="white">
        <a:xfrm rot="5400000">
          <a:off x="-259605" y="259605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259605"/>
        <a:ext cx="1730700" cy="1211490"/>
      </dsp:txXfrm>
    </dsp:sp>
    <dsp:sp modelId="{20FB9E80-A787-4718-9711-691D63B22158}">
      <dsp:nvSpPr>
        <dsp:cNvPr id="4" name="同侧圆角矩形 3"/>
        <dsp:cNvSpPr/>
      </dsp:nvSpPr>
      <dsp:spPr bwMode="white">
        <a:xfrm rot="5400000">
          <a:off x="3664270" y="-2445654"/>
          <a:ext cx="1124955" cy="604211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理化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性状分析不充分</a:t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3664270" y="-2445654"/>
        <a:ext cx="1124955" cy="6042115"/>
      </dsp:txXfrm>
    </dsp:sp>
    <dsp:sp modelId="{05C38334-F6BF-4771-9302-A0EC21B3E040}">
      <dsp:nvSpPr>
        <dsp:cNvPr id="5" name="燕尾形 4"/>
        <dsp:cNvSpPr/>
      </dsp:nvSpPr>
      <dsp:spPr bwMode="white">
        <a:xfrm rot="5400000">
          <a:off x="-259605" y="1797413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1797413"/>
        <a:ext cx="1730700" cy="1211490"/>
      </dsp:txXfrm>
    </dsp:sp>
    <dsp:sp modelId="{2382F1DC-A483-4936-9344-37B06EB07AC4}">
      <dsp:nvSpPr>
        <dsp:cNvPr id="6" name="同侧圆角矩形 5"/>
        <dsp:cNvSpPr/>
      </dsp:nvSpPr>
      <dsp:spPr bwMode="white">
        <a:xfrm rot="5400000">
          <a:off x="3657261" y="-927331"/>
          <a:ext cx="1124955" cy="604211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制图过程描述说明过于简单</a:t>
          </a:r>
          <a:endParaRPr>
            <a:solidFill>
              <a:schemeClr val="dk1"/>
            </a:solidFill>
          </a:endParaRPr>
        </a:p>
      </dsp:txBody>
      <dsp:txXfrm rot="5400000">
        <a:off x="3657261" y="-927331"/>
        <a:ext cx="1124955" cy="6042115"/>
      </dsp:txXfrm>
    </dsp:sp>
    <dsp:sp modelId="{E298E9F1-0C48-415A-A06C-D2A84E3DD19E}">
      <dsp:nvSpPr>
        <dsp:cNvPr id="7" name="燕尾形 6"/>
        <dsp:cNvSpPr/>
      </dsp:nvSpPr>
      <dsp:spPr bwMode="white">
        <a:xfrm rot="5400000">
          <a:off x="-259605" y="3335220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3335220"/>
        <a:ext cx="1730700" cy="1211490"/>
      </dsp:txXfrm>
    </dsp:sp>
    <dsp:sp modelId="{1F7BC277-1A9D-4B9E-B8AC-FB958A120EE0}">
      <dsp:nvSpPr>
        <dsp:cNvPr id="8" name="同侧圆角矩形 7"/>
        <dsp:cNvSpPr/>
      </dsp:nvSpPr>
      <dsp:spPr bwMode="white">
        <a:xfrm rot="5400000">
          <a:off x="3670070" y="617035"/>
          <a:ext cx="1124955" cy="604211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l" defTabSz="14224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制图结果验证评价缺少或不完整</a:t>
          </a:r>
          <a:endParaRPr>
            <a:solidFill>
              <a:schemeClr val="dk1"/>
            </a:solidFill>
          </a:endParaRPr>
        </a:p>
      </dsp:txBody>
      <dsp:txXfrm rot="5400000">
        <a:off x="3670070" y="617035"/>
        <a:ext cx="1124955" cy="60421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492718" cy="5418667"/>
        <a:chOff x="0" y="0"/>
        <a:chExt cx="8492718" cy="5418667"/>
      </a:xfrm>
    </dsp:grpSpPr>
    <dsp:sp modelId="{DF5D5C07-40A8-432F-B8FD-F22EEBCD943F}">
      <dsp:nvSpPr>
        <dsp:cNvPr id="4" name="同侧圆角矩形 3"/>
        <dsp:cNvSpPr/>
      </dsp:nvSpPr>
      <dsp:spPr bwMode="white">
        <a:xfrm rot="5400000">
          <a:off x="4414328" y="-1517273"/>
          <a:ext cx="902880" cy="7253899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县级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成果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拼接（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自下而上</a:t>
          </a:r>
          <a:r>
            <a:rPr kumimoji="0" lang="zh-CN" altLang="en-US" sz="3200" b="1" i="0" u="none" strike="noStrike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）</a:t>
          </a:r>
          <a:endParaRPr kumimoji="0" lang="zh-CN" altLang="en-US" sz="3200" b="1" i="0" u="none" strike="noStrike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 rot="5400000">
        <a:off x="4414328" y="-1517273"/>
        <a:ext cx="902880" cy="7253899"/>
      </dsp:txXfrm>
    </dsp:sp>
    <dsp:sp modelId="{E8379C1E-362F-49EE-B8DA-0338FF404859}">
      <dsp:nvSpPr>
        <dsp:cNvPr id="3" name="圆角矩形 2"/>
        <dsp:cNvSpPr/>
      </dsp:nvSpPr>
      <dsp:spPr bwMode="white">
        <a:xfrm>
          <a:off x="0" y="1645487"/>
          <a:ext cx="1238819" cy="928380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2400" tIns="76200" rIns="152400" bIns="76200" anchor="ctr"/>
        <a:lstStyle>
          <a:lvl1pPr algn="ctr">
            <a:defRPr sz="4100"/>
          </a:lvl1pPr>
          <a:lvl2pPr marL="285750" indent="-285750" algn="ctr">
            <a:defRPr sz="3100"/>
          </a:lvl2pPr>
          <a:lvl3pPr marL="571500" indent="-285750" algn="ctr">
            <a:defRPr sz="3100"/>
          </a:lvl3pPr>
          <a:lvl4pPr marL="857250" indent="-285750" algn="ctr">
            <a:defRPr sz="3100"/>
          </a:lvl4pPr>
          <a:lvl5pPr marL="1143000" indent="-285750" algn="ctr">
            <a:defRPr sz="3100"/>
          </a:lvl5pPr>
          <a:lvl6pPr marL="1428750" indent="-285750" algn="ctr">
            <a:defRPr sz="3100"/>
          </a:lvl6pPr>
          <a:lvl7pPr marL="1714500" indent="-285750" algn="ctr">
            <a:defRPr sz="3100"/>
          </a:lvl7pPr>
          <a:lvl8pPr marL="2000250" indent="-285750" algn="ctr">
            <a:defRPr sz="3100"/>
          </a:lvl8pPr>
          <a:lvl9pPr marL="2286000" indent="-285750" algn="ctr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endParaRPr lang="en-US" altLang="zh-CN" sz="4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645487"/>
        <a:ext cx="1238819" cy="928380"/>
      </dsp:txXfrm>
    </dsp:sp>
    <dsp:sp modelId="{D55DE490-8F3F-4CE3-931A-3CD41A02B329}">
      <dsp:nvSpPr>
        <dsp:cNvPr id="6" name="同侧圆角矩形 5"/>
        <dsp:cNvSpPr/>
      </dsp:nvSpPr>
      <dsp:spPr bwMode="white">
        <a:xfrm rot="5400000">
          <a:off x="4414328" y="-317959"/>
          <a:ext cx="902880" cy="7253899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市级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重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制图（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自上而下</a:t>
          </a:r>
          <a:r>
            <a:rPr kumimoji="0" lang="zh-CN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）</a:t>
          </a:r>
          <a:endParaRPr kumimoji="0" lang="zh-CN" sz="3200" b="1" i="0" u="none" strike="noStrike" kern="1200" cap="none" spc="0" normalizeH="0" baseline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 rot="5400000">
        <a:off x="4414328" y="-317959"/>
        <a:ext cx="902880" cy="7253899"/>
      </dsp:txXfrm>
    </dsp:sp>
    <dsp:sp modelId="{C7F40EFC-B1BA-4715-91F5-9C2883050797}">
      <dsp:nvSpPr>
        <dsp:cNvPr id="5" name="圆角矩形 4"/>
        <dsp:cNvSpPr/>
      </dsp:nvSpPr>
      <dsp:spPr bwMode="white">
        <a:xfrm>
          <a:off x="0" y="2844800"/>
          <a:ext cx="1238819" cy="928380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6210" tIns="78105" rIns="156210" bIns="78105" anchor="ctr"/>
        <a:lstStyle>
          <a:lvl1pPr algn="ctr">
            <a:defRPr sz="4100"/>
          </a:lvl1pPr>
          <a:lvl2pPr marL="285750" indent="-285750" algn="ctr">
            <a:defRPr sz="3100"/>
          </a:lvl2pPr>
          <a:lvl3pPr marL="571500" indent="-285750" algn="ctr">
            <a:defRPr sz="3100"/>
          </a:lvl3pPr>
          <a:lvl4pPr marL="857250" indent="-285750" algn="ctr">
            <a:defRPr sz="3100"/>
          </a:lvl4pPr>
          <a:lvl5pPr marL="1143000" indent="-285750" algn="ctr">
            <a:defRPr sz="3100"/>
          </a:lvl5pPr>
          <a:lvl6pPr marL="1428750" indent="-285750" algn="ctr">
            <a:defRPr sz="3100"/>
          </a:lvl6pPr>
          <a:lvl7pPr marL="1714500" indent="-285750" algn="ctr">
            <a:defRPr sz="3100"/>
          </a:lvl7pPr>
          <a:lvl8pPr marL="2000250" indent="-285750" algn="ctr">
            <a:defRPr sz="3100"/>
          </a:lvl8pPr>
          <a:lvl9pPr marL="2286000" indent="-285750" algn="ctr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endParaRPr lang="en-US" alt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844800"/>
        <a:ext cx="1238819" cy="9283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253605" cy="4806315"/>
        <a:chOff x="0" y="0"/>
        <a:chExt cx="7253605" cy="4806315"/>
      </a:xfrm>
    </dsp:grpSpPr>
    <dsp:sp modelId="{A7795317-BFF2-4AF9-A14B-522A45B5001D}">
      <dsp:nvSpPr>
        <dsp:cNvPr id="3" name="燕尾形 2"/>
        <dsp:cNvSpPr/>
      </dsp:nvSpPr>
      <dsp:spPr bwMode="white">
        <a:xfrm rot="5400000">
          <a:off x="-259605" y="259605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zh-CN" alt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259605"/>
        <a:ext cx="1730700" cy="1211490"/>
      </dsp:txXfrm>
    </dsp:sp>
    <dsp:sp modelId="{20FB9E80-A787-4718-9711-691D63B22158}">
      <dsp:nvSpPr>
        <dsp:cNvPr id="4" name="同侧圆角矩形 3"/>
        <dsp:cNvSpPr/>
      </dsp:nvSpPr>
      <dsp:spPr bwMode="white">
        <a:xfrm rot="5400000">
          <a:off x="3664270" y="-2445654"/>
          <a:ext cx="1124955" cy="604211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县级制图成果校验缺乏或不充分</a:t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3664270" y="-2445654"/>
        <a:ext cx="1124955" cy="6042115"/>
      </dsp:txXfrm>
    </dsp:sp>
    <dsp:sp modelId="{05C38334-F6BF-4771-9302-A0EC21B3E040}">
      <dsp:nvSpPr>
        <dsp:cNvPr id="5" name="燕尾形 4"/>
        <dsp:cNvSpPr/>
      </dsp:nvSpPr>
      <dsp:spPr bwMode="white">
        <a:xfrm rot="5400000">
          <a:off x="-259605" y="1797413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1797413"/>
        <a:ext cx="1730700" cy="1211490"/>
      </dsp:txXfrm>
    </dsp:sp>
    <dsp:sp modelId="{2382F1DC-A483-4936-9344-37B06EB07AC4}">
      <dsp:nvSpPr>
        <dsp:cNvPr id="6" name="同侧圆角矩形 5"/>
        <dsp:cNvSpPr/>
      </dsp:nvSpPr>
      <dsp:spPr bwMode="white">
        <a:xfrm rot="5400000">
          <a:off x="3657261" y="-927331"/>
          <a:ext cx="1124955" cy="604211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  <a:buChar char="•"/>
          </a:pPr>
          <a:r>
            <a:rPr lang="zh-CN" sz="2800" b="1" kern="120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缺少</a:t>
          </a:r>
          <a:r>
            <a:rPr lang="zh-CN" altLang="en-US" sz="2800" b="1" kern="120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县级制</a:t>
          </a:r>
          <a:r>
            <a:rPr lang="zh-CN" sz="2800" b="1" kern="120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图接边异常区域检查</a:t>
          </a:r>
          <a:endParaRPr sz="6500">
            <a:solidFill>
              <a:schemeClr val="dk1"/>
            </a:solidFill>
          </a:endParaRPr>
        </a:p>
      </dsp:txBody>
      <dsp:txXfrm rot="5400000">
        <a:off x="3657261" y="-927331"/>
        <a:ext cx="1124955" cy="6042115"/>
      </dsp:txXfrm>
    </dsp:sp>
    <dsp:sp modelId="{E298E9F1-0C48-415A-A06C-D2A84E3DD19E}">
      <dsp:nvSpPr>
        <dsp:cNvPr id="7" name="燕尾形 6"/>
        <dsp:cNvSpPr/>
      </dsp:nvSpPr>
      <dsp:spPr bwMode="white">
        <a:xfrm rot="5400000">
          <a:off x="-259605" y="3335220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（</a:t>
          </a:r>
          <a:r>
            <a:rPr lang="en-US" altLang="zh-CN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）</a:t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3335220"/>
        <a:ext cx="1730700" cy="1211490"/>
      </dsp:txXfrm>
    </dsp:sp>
    <dsp:sp modelId="{1F7BC277-1A9D-4B9E-B8AC-FB958A120EE0}">
      <dsp:nvSpPr>
        <dsp:cNvPr id="8" name="同侧圆角矩形 7"/>
        <dsp:cNvSpPr/>
      </dsp:nvSpPr>
      <dsp:spPr bwMode="white">
        <a:xfrm rot="5400000">
          <a:off x="3670070" y="617035"/>
          <a:ext cx="1124955" cy="604211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l" defTabSz="14224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县级土壤属性图拼接处理不完善</a:t>
          </a:r>
          <a:endParaRPr sz="6500">
            <a:solidFill>
              <a:schemeClr val="dk1"/>
            </a:solidFill>
          </a:endParaRPr>
        </a:p>
      </dsp:txBody>
      <dsp:txXfrm rot="5400000">
        <a:off x="3670070" y="617035"/>
        <a:ext cx="1124955" cy="6042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0DBED8-43F3-4E82-AE6D-AC5FA10E2D7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"/>
            <a:ext cx="12192000" cy="685778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45956"/>
            <a:ext cx="9144000" cy="92502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7633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450B-E809-4562-AEB3-64012EDDB1B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4532435" y="1811217"/>
            <a:ext cx="1600200" cy="0"/>
          </a:xfrm>
          <a:prstGeom prst="line">
            <a:avLst/>
          </a:prstGeom>
          <a:ln w="38100">
            <a:solidFill>
              <a:srgbClr val="006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463073" y="2285999"/>
            <a:ext cx="5709628" cy="3890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463073" y="851145"/>
            <a:ext cx="1959708" cy="90047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rgbClr val="006837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目 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8466455" cy="4762500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4532435" y="1811217"/>
            <a:ext cx="1600200" cy="0"/>
          </a:xfrm>
          <a:prstGeom prst="line">
            <a:avLst/>
          </a:prstGeom>
          <a:ln w="38100">
            <a:solidFill>
              <a:srgbClr val="006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463073" y="2285999"/>
            <a:ext cx="5709628" cy="3890963"/>
          </a:xfrm>
        </p:spPr>
        <p:txBody>
          <a:bodyPr>
            <a:normAutofit/>
          </a:bodyPr>
          <a:lstStyle>
            <a:lvl1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463073" y="851145"/>
            <a:ext cx="1959708" cy="900479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6837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目 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366" y="104337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09" y="6143106"/>
            <a:ext cx="12191491" cy="415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09" y="6143106"/>
            <a:ext cx="12191491" cy="415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8576109" y="134754"/>
            <a:ext cx="3513222" cy="789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F3D7-C5C0-438A-8348-6AFCCC27354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5AEF-2233-463E-B8C7-AFD5D81ABC6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6D9C9-1855-4619-8764-B7E80D1610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A9B2-BEF0-4FB2-8046-14F89E0A343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925D-3BC4-4D75-8CFA-84A87595536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9366" y="104337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BAB5-87F5-4A64-9ACD-C2C62E754AA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708C2-3263-445E-BC99-FC2FB4C5A6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5E1F9-3CF4-4FF7-B66D-3856A1B8880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4532435" y="1811217"/>
            <a:ext cx="1600200" cy="0"/>
          </a:xfrm>
          <a:prstGeom prst="line">
            <a:avLst/>
          </a:prstGeom>
          <a:ln w="38100">
            <a:solidFill>
              <a:srgbClr val="006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463073" y="2285999"/>
            <a:ext cx="5709628" cy="3890963"/>
          </a:xfrm>
        </p:spPr>
        <p:txBody>
          <a:bodyPr>
            <a:normAutofit/>
          </a:bodyPr>
          <a:lstStyle>
            <a:lvl1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463073" y="851145"/>
            <a:ext cx="1959708" cy="900479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6837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目 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C2F-6B4E-496B-B346-F90D8DDAB30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B3C5-CE82-469C-B4EC-3FFCC852D2E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9906-9DD5-404C-8A88-2A86D683A12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5CE6-A2E6-487F-B84C-B4A90BB6B4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62B1-4EA4-4973-A706-A71525B0BC4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" y="0"/>
            <a:ext cx="12191492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923B7-0E5D-49A4-9EE2-C674B8068FA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110342" y="363704"/>
            <a:ext cx="648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E5576-0858-4C99-8092-C0E29FD8C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image" Target="../media/image13.png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2" Type="http://schemas.openxmlformats.org/officeDocument/2006/relationships/image" Target="../media/image14.png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image" Target="../media/image15.png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tags" Target="../tags/tag27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1.xml"/><Relationship Id="rId1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0" y="1903095"/>
            <a:ext cx="12192000" cy="2216150"/>
          </a:xfrm>
          <a:prstGeom prst="rect">
            <a:avLst/>
          </a:prstGeom>
          <a:solidFill>
            <a:srgbClr val="43672B"/>
          </a:solidFill>
        </p:spPr>
        <p:txBody>
          <a:bodyPr vert="horz" wrap="square" lIns="0" tIns="0" rIns="0" bIns="0"/>
          <a:lstStyle/>
          <a:p>
            <a:pPr algn="ctr" rtl="0" eaLnBrk="0">
              <a:lnSpc>
                <a:spcPct val="159000"/>
              </a:lnSpc>
            </a:pPr>
            <a:r>
              <a:rPr lang="zh-CN" altLang="en-US" sz="4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河北省第三次土壤普查</a:t>
            </a:r>
            <a:endParaRPr lang="zh-CN" altLang="en-US" sz="44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rtl="0" eaLnBrk="0">
              <a:lnSpc>
                <a:spcPct val="159000"/>
              </a:lnSpc>
            </a:pPr>
            <a:r>
              <a:rPr lang="zh-CN" altLang="en-US" sz="4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成果编制要求</a:t>
            </a:r>
            <a:endParaRPr lang="zh-CN" altLang="en-US" sz="4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rtl="0" eaLnBrk="0">
              <a:lnSpc>
                <a:spcPct val="159000"/>
              </a:lnSpc>
            </a:pPr>
            <a:endParaRPr sz="4000" b="1" kern="0" dirty="0">
              <a:solidFill>
                <a:srgbClr val="FFEC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59000"/>
              </a:lnSpc>
            </a:pPr>
            <a:endParaRPr lang="en-US" altLang="en-US" sz="4000" dirty="0"/>
          </a:p>
          <a:p>
            <a:pPr algn="l" rtl="0" eaLnBrk="0">
              <a:lnSpc>
                <a:spcPct val="159000"/>
              </a:lnSpc>
            </a:pPr>
            <a:endParaRPr lang="en-US" altLang="en-US" sz="4000" dirty="0"/>
          </a:p>
          <a:p>
            <a:pPr marL="2297430" algn="l" rtl="0" eaLnBrk="0">
              <a:lnSpc>
                <a:spcPct val="93000"/>
              </a:lnSpc>
              <a:spcBef>
                <a:spcPts val="5"/>
              </a:spcBef>
            </a:pPr>
            <a:endParaRPr lang="en-US" altLang="en-US" sz="4000" dirty="0"/>
          </a:p>
        </p:txBody>
      </p:sp>
      <p:pic>
        <p:nvPicPr>
          <p:cNvPr id="6" name="object 8"/>
          <p:cNvPicPr/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618490" y="215265"/>
            <a:ext cx="1247140" cy="1263650"/>
          </a:xfrm>
          <a:prstGeom prst="rect">
            <a:avLst/>
          </a:prstGeom>
        </p:spPr>
      </p:pic>
      <p:sp>
        <p:nvSpPr>
          <p:cNvPr id="9" name="textbox 4"/>
          <p:cNvSpPr/>
          <p:nvPr/>
        </p:nvSpPr>
        <p:spPr>
          <a:xfrm>
            <a:off x="2969895" y="4678045"/>
            <a:ext cx="5975350" cy="17735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137000"/>
              </a:lnSpc>
            </a:pPr>
            <a:r>
              <a:rPr lang="zh-CN" altLang="en-US" sz="32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杜哲</a:t>
            </a:r>
            <a:endParaRPr lang="en-US" sz="3200" b="1" kern="0" spc="-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rtl="0" eaLnBrk="0">
              <a:lnSpc>
                <a:spcPct val="137000"/>
              </a:lnSpc>
            </a:pPr>
            <a:r>
              <a:rPr lang="en-US" sz="32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2026.05</a:t>
            </a:r>
            <a:r>
              <a:rPr lang="en-US" altLang="zh-CN" sz="32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en-US" altLang="zh-CN" sz="32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endParaRPr lang="en-US" altLang="zh-CN" sz="3200" b="1" kern="0" spc="-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lang="zh-CN" altLang="en-US" sz="4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圆角矩形 30"/>
          <p:cNvSpPr/>
          <p:nvPr>
            <p:custDataLst>
              <p:tags r:id="rId1"/>
            </p:custDataLst>
          </p:nvPr>
        </p:nvSpPr>
        <p:spPr bwMode="auto">
          <a:xfrm>
            <a:off x="5513151" y="2291089"/>
            <a:ext cx="5910473" cy="765058"/>
          </a:xfrm>
          <a:prstGeom prst="roundRect">
            <a:avLst>
              <a:gd name="adj" fmla="val 0"/>
            </a:avLst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 bwMode="auto">
          <a:xfrm>
            <a:off x="4283228" y="2291089"/>
            <a:ext cx="945522" cy="765058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一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5525919" y="2233379"/>
            <a:ext cx="5910473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土壤属性制图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 bwMode="auto">
          <a:xfrm>
            <a:off x="4283228" y="3667902"/>
            <a:ext cx="945820" cy="765058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圆角矩形 30"/>
          <p:cNvSpPr/>
          <p:nvPr>
            <p:custDataLst>
              <p:tags r:id="rId5"/>
            </p:custDataLst>
          </p:nvPr>
        </p:nvSpPr>
        <p:spPr bwMode="auto">
          <a:xfrm>
            <a:off x="5525919" y="3667902"/>
            <a:ext cx="5897705" cy="765058"/>
          </a:xfrm>
          <a:prstGeom prst="roundRect">
            <a:avLst>
              <a:gd name="adj" fmla="val 0"/>
            </a:avLst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5563487" y="3607967"/>
            <a:ext cx="5897705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土壤农业利用适宜性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评价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 bwMode="auto">
          <a:xfrm>
            <a:off x="4283228" y="5045449"/>
            <a:ext cx="945820" cy="765058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圆角矩形 30"/>
          <p:cNvSpPr/>
          <p:nvPr>
            <p:custDataLst>
              <p:tags r:id="rId8"/>
            </p:custDataLst>
          </p:nvPr>
        </p:nvSpPr>
        <p:spPr bwMode="auto">
          <a:xfrm>
            <a:off x="5525919" y="5045449"/>
            <a:ext cx="5897705" cy="765058"/>
          </a:xfrm>
          <a:prstGeom prst="roundRect">
            <a:avLst>
              <a:gd name="adj" fmla="val 0"/>
            </a:avLst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563487" y="4985514"/>
            <a:ext cx="5897705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6000"/>
              </a:lnSpc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耕地质量等级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评价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一、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土壤属性制图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1868170" y="1003300"/>
          <a:ext cx="8777605" cy="5206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024422" y="352553"/>
            <a:ext cx="11086770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（一）区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县级土壤属性制图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问题与注意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事项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2964928" y="1402731"/>
          <a:ext cx="5460311" cy="4959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76609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制图过程常见问题与注意事项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952115" y="1287780"/>
          <a:ext cx="5876290" cy="5153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990600" y="78740"/>
            <a:ext cx="743585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</a:rPr>
              <a:t>样点制备过程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</a:rPr>
              <a:t>不规范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6375" y="1719783"/>
            <a:ext cx="6455017" cy="16300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357505" indent="-357505" algn="just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marL="268605" lvl="1" indent="-268605">
              <a:lnSpc>
                <a:spcPts val="3000"/>
              </a:lnSpc>
            </a:pPr>
            <a:r>
              <a:rPr lang="zh-CN" altLang="en-US" dirty="0"/>
              <a:t>剔除土壤属性异常值样点数量太多，每种属性超过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/>
              <a:t>个样点；</a:t>
            </a:r>
            <a:endParaRPr lang="en-US" altLang="zh-CN" dirty="0"/>
          </a:p>
          <a:p>
            <a:pPr marL="268605" lvl="1" indent="-268605">
              <a:lnSpc>
                <a:spcPts val="3000"/>
              </a:lnSpc>
            </a:pPr>
            <a:r>
              <a:rPr lang="zh-CN" altLang="zh-CN" dirty="0"/>
              <a:t>未针对每种土壤属性逐项列出</a:t>
            </a:r>
            <a:r>
              <a:rPr lang="zh-CN" altLang="zh-CN" dirty="0">
                <a:solidFill>
                  <a:srgbClr val="C00000"/>
                </a:solidFill>
              </a:rPr>
              <a:t>可信样点</a:t>
            </a:r>
            <a:r>
              <a:rPr lang="zh-CN" altLang="en-US" dirty="0"/>
              <a:t>、</a:t>
            </a:r>
            <a:r>
              <a:rPr lang="zh-CN" altLang="zh-CN" dirty="0">
                <a:solidFill>
                  <a:srgbClr val="C00000"/>
                </a:solidFill>
              </a:rPr>
              <a:t>异常样点数量</a:t>
            </a:r>
            <a:r>
              <a:rPr lang="zh-CN" altLang="zh-CN" dirty="0"/>
              <a:t>及</a:t>
            </a:r>
            <a:r>
              <a:rPr lang="zh-CN" altLang="zh-CN" dirty="0">
                <a:solidFill>
                  <a:srgbClr val="C00000"/>
                </a:solidFill>
              </a:rPr>
              <a:t>不入模理由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9" name="文本框 18"/>
          <p:cNvSpPr txBox="1"/>
          <p:nvPr/>
        </p:nvSpPr>
        <p:spPr>
          <a:xfrm>
            <a:off x="476338" y="1150243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8945" y="3394035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344974" y="1634636"/>
            <a:ext cx="4550734" cy="3762081"/>
            <a:chOff x="7119562" y="1507414"/>
            <a:chExt cx="4550734" cy="3762081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119562" y="1507414"/>
              <a:ext cx="4550734" cy="3762081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7889357" y="1765006"/>
              <a:ext cx="327483" cy="14460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26085" y="3965575"/>
            <a:ext cx="6783705" cy="27844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lvl="1"/>
            <a:r>
              <a:rPr lang="zh-CN" altLang="en-US" dirty="0"/>
              <a:t>每种土壤属性剔除异常样点数一般不应超过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/>
              <a:t>个；</a:t>
            </a:r>
            <a:endParaRPr lang="en-US" altLang="zh-CN" dirty="0"/>
          </a:p>
          <a:p>
            <a:pPr lvl="1"/>
            <a:r>
              <a:rPr lang="zh-CN" altLang="en-US" dirty="0"/>
              <a:t>判断周边</a:t>
            </a:r>
            <a:r>
              <a:rPr lang="en-US" altLang="zh-CN" dirty="0"/>
              <a:t>8</a:t>
            </a:r>
            <a:r>
              <a:rPr lang="zh-CN" altLang="en-US" dirty="0"/>
              <a:t>个样点的</a:t>
            </a:r>
            <a:r>
              <a:rPr lang="en-US" altLang="zh-CN" dirty="0"/>
              <a:t>3</a:t>
            </a:r>
            <a:r>
              <a:rPr lang="zh-CN" altLang="en-US" dirty="0"/>
              <a:t>倍标准差时，</a:t>
            </a:r>
            <a:r>
              <a:rPr lang="en-US" altLang="zh-CN" dirty="0"/>
              <a:t>8</a:t>
            </a:r>
            <a:r>
              <a:rPr lang="zh-CN" altLang="en-US" dirty="0"/>
              <a:t>个样点应在</a:t>
            </a:r>
            <a:r>
              <a:rPr lang="zh-CN" altLang="en-US" dirty="0">
                <a:solidFill>
                  <a:srgbClr val="C00000"/>
                </a:solidFill>
              </a:rPr>
              <a:t>相同地类</a:t>
            </a:r>
            <a:r>
              <a:rPr lang="zh-CN" altLang="en-US" dirty="0"/>
              <a:t>下；</a:t>
            </a:r>
            <a:endParaRPr lang="en-US" altLang="zh-CN" dirty="0"/>
          </a:p>
          <a:p>
            <a:pPr lvl="1"/>
            <a:r>
              <a:rPr lang="zh-CN" altLang="en-US" dirty="0"/>
              <a:t>判断为异常但可信样点，建议不进入模型，后续采用以点代面法进行赋值。</a:t>
            </a:r>
            <a:endParaRPr lang="zh-CN" altLang="en-US" dirty="0"/>
          </a:p>
          <a:p>
            <a:pPr marL="0" lvl="1"/>
            <a:r>
              <a:rPr lang="zh-CN" altLang="en-US" dirty="0">
                <a:sym typeface="+mn-ea"/>
              </a:rPr>
              <a:t>若采用普通克里格进行模型优选，必须补充半方差函数、</a:t>
            </a:r>
            <a:endParaRPr lang="zh-CN" altLang="en-US" dirty="0">
              <a:sym typeface="+mn-ea"/>
            </a:endParaRPr>
          </a:p>
          <a:p>
            <a:pPr marL="0" lvl="1" indent="0"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zh-CN" altLang="en-US" dirty="0">
                <a:sym typeface="+mn-ea"/>
              </a:rPr>
              <a:t>块金值等信息。</a:t>
            </a:r>
            <a:endParaRPr lang="zh-CN" altLang="en-US" dirty="0"/>
          </a:p>
        </p:txBody>
      </p:sp>
      <p:sp>
        <p:nvSpPr>
          <p:cNvPr id="10" name="TextBox 6"/>
          <p:cNvSpPr txBox="1"/>
          <p:nvPr>
            <p:custDataLst>
              <p:tags r:id="rId2"/>
            </p:custDataLst>
          </p:nvPr>
        </p:nvSpPr>
        <p:spPr>
          <a:xfrm>
            <a:off x="8618557" y="5501717"/>
            <a:ext cx="2169160" cy="36639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××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县样点异常值检查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47725" y="107950"/>
            <a:ext cx="5917565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环境变量制备不规范合理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698" y="1195852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4975" y="1722120"/>
          <a:ext cx="6292850" cy="2919730"/>
        </p:xfrm>
        <a:graphic>
          <a:graphicData uri="http://schemas.openxmlformats.org/drawingml/2006/table">
            <a:tbl>
              <a:tblPr firstRow="1" bandRow="1">
                <a:tableStyleId>{79FCC5F4-10F8-4C34-94B3-2F746EA4624A}</a:tableStyleId>
              </a:tblPr>
              <a:tblGrid>
                <a:gridCol w="919480"/>
                <a:gridCol w="5373370"/>
              </a:tblGrid>
              <a:tr h="5010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323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环境变量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制备类型不完整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（五大成土因素）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387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多个环境变量间</a:t>
                      </a:r>
                      <a:r>
                        <a:rPr lang="zh-CN" altLang="zh-CN" sz="18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存在共线性</a:t>
                      </a:r>
                      <a:r>
                        <a:rPr lang="zh-CN" altLang="zh-CN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（进行共线性分析剔除）</a:t>
                      </a:r>
                      <a:endParaRPr lang="zh-CN" altLang="zh-CN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323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遥感影像单波段反射率</a:t>
                      </a:r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作为环境变量</a:t>
                      </a:r>
                      <a:endParaRPr lang="zh-CN" altLang="en-US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45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气候环境变量</a:t>
                      </a:r>
                      <a:r>
                        <a:rPr lang="zh-CN" altLang="zh-CN" sz="18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空间分辨率粗</a:t>
                      </a:r>
                      <a:endParaRPr lang="zh-CN" altLang="zh-CN" sz="1800" b="1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387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类别型变量转换数值型的方法不合理</a:t>
                      </a:r>
                      <a:endParaRPr lang="zh-CN" altLang="en-US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694" y="1726011"/>
            <a:ext cx="4096561" cy="3496343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301247" y="5488147"/>
            <a:ext cx="3591560" cy="36639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××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土壤全氮分布图（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条带状分布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0697" y="4907720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368" y="5455501"/>
            <a:ext cx="7674580" cy="860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lvl="1"/>
            <a:r>
              <a:rPr lang="zh-CN" altLang="en-US" dirty="0"/>
              <a:t>要仔细检查</a:t>
            </a:r>
            <a:r>
              <a:rPr lang="zh-CN" altLang="en-US" dirty="0">
                <a:solidFill>
                  <a:srgbClr val="C00000"/>
                </a:solidFill>
              </a:rPr>
              <a:t>环境变量制备结果</a:t>
            </a:r>
            <a:r>
              <a:rPr lang="zh-CN" altLang="en-US" dirty="0"/>
              <a:t>的合理性（如</a:t>
            </a:r>
            <a:r>
              <a:rPr lang="en-US" altLang="zh-CN" dirty="0"/>
              <a:t>NDVI</a:t>
            </a:r>
            <a:r>
              <a:rPr lang="zh-CN" altLang="en-US" dirty="0"/>
              <a:t>的变化范围是否合理等）、准确性、精细程度等。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927100" y="164465"/>
            <a:ext cx="5749925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入模环境变量不合理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0451" y="1150385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27100" y="1658620"/>
          <a:ext cx="9746615" cy="3140710"/>
        </p:xfrm>
        <a:graphic>
          <a:graphicData uri="http://schemas.openxmlformats.org/drawingml/2006/table">
            <a:tbl>
              <a:tblPr firstRow="1" bandRow="1">
                <a:tableStyleId>{0158D2FC-82A9-49F4-9F96-A96503793A9F}</a:tableStyleId>
              </a:tblPr>
              <a:tblGrid>
                <a:gridCol w="887095"/>
                <a:gridCol w="8859520"/>
              </a:tblGrid>
              <a:tr h="5651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5783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多个植被指数（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NDVI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EVI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RVI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等同时入模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565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zh-CN" altLang="zh-CN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受施肥等人为影响大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的土壤属性（如有效磷、速效钾），入模环境变量无土地利用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74803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>
                        <a:lnSpc>
                          <a:spcPct val="120000"/>
                        </a:lnSpc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</a:t>
                      </a:r>
                      <a:r>
                        <a:rPr lang="zh-CN" altLang="zh-CN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受母质或质地影响大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的土壤属性（如酸碱度），入模环境变量无母质（或土壤类型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土属或土种）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5656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多个遥感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影像单波段反射率入模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525" marR="9525" marT="9525" marB="0" anchor="ctr"/>
                </a:tc>
              </a:tr>
              <a:tr h="4565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入模环境变量的</a:t>
                      </a:r>
                      <a:r>
                        <a:rPr lang="zh-CN" altLang="zh-CN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数量较多（超过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zh-CN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个）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，易出现共线性问题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70451" y="5000192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7158" y="5621856"/>
            <a:ext cx="9896788" cy="860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lvl="1"/>
            <a:r>
              <a:rPr lang="zh-CN" altLang="en-US" dirty="0"/>
              <a:t>分析入模环境变量合理性时要</a:t>
            </a:r>
            <a:r>
              <a:rPr lang="zh-CN" altLang="en-US" dirty="0">
                <a:solidFill>
                  <a:srgbClr val="C00000"/>
                </a:solidFill>
              </a:rPr>
              <a:t>结合土壤属性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土壤发生学与地理学含义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不仅</a:t>
            </a:r>
            <a:r>
              <a:rPr lang="zh-CN" altLang="en-US" dirty="0"/>
              <a:t>要关注入模变量的重要性排序，还要检查</a:t>
            </a:r>
            <a:r>
              <a:rPr lang="zh-CN" altLang="en-US" dirty="0">
                <a:solidFill>
                  <a:srgbClr val="C00000"/>
                </a:solidFill>
              </a:rPr>
              <a:t>贡献度柱状图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790575" y="182880"/>
            <a:ext cx="665226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制图模型或方法不合理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1276" y="1207055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3705" y="1732915"/>
          <a:ext cx="7277735" cy="3956685"/>
        </p:xfrm>
        <a:graphic>
          <a:graphicData uri="http://schemas.openxmlformats.org/drawingml/2006/table">
            <a:tbl>
              <a:tblPr firstRow="1" bandRow="1">
                <a:tableStyleId>{A59A11FF-974B-443C-B1E2-EB6D604ACD84}</a:tableStyleId>
              </a:tblPr>
              <a:tblGrid>
                <a:gridCol w="735330"/>
                <a:gridCol w="6542405"/>
              </a:tblGrid>
              <a:tr h="6109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039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丘陵山地区采用普通克里格模型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进行土壤属性制图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3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采用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反距离加权模型</a:t>
                      </a:r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进行属性制图，无论平原区还是丘陵山地区</a:t>
                      </a:r>
                      <a:endParaRPr lang="zh-CN" altLang="en-US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743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耕层厚度采用机器学习模型进行制图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756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对于平原与丘陵山地各占一半且地理分界明显的县域，未采用分区制图方法</a:t>
                      </a:r>
                      <a:endParaRPr lang="zh-CN" altLang="en-US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3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水稳性大团聚体采用机器学习模型制图</a:t>
                      </a:r>
                      <a:endParaRPr lang="zh-CN" altLang="en-US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" name="图片 4" descr="截图里有图片&#10;&#10;描述已自动生成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4" t="11616" r="15260" b="11374"/>
          <a:stretch>
            <a:fillRect/>
          </a:stretch>
        </p:blipFill>
        <p:spPr>
          <a:xfrm>
            <a:off x="7991677" y="1966726"/>
            <a:ext cx="3892269" cy="3260596"/>
          </a:xfrm>
          <a:prstGeom prst="rect">
            <a:avLst/>
          </a:prstGeom>
        </p:spPr>
      </p:pic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8337328" y="5488958"/>
            <a:ext cx="3591560" cy="36639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××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县土壤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有效磷分布图（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黑白斑块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9290" y="5413375"/>
            <a:ext cx="6894830" cy="491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为保证拼接效果，除耕层厚度外，统一用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机器学习模型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制图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290" y="6054725"/>
            <a:ext cx="7553960" cy="491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除必选指标外，土壤容重、微量元素中有效态的铁锰铜锌硼钼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出图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69020" y="6054725"/>
            <a:ext cx="2842260" cy="4914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重点关注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土壤质地制图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2.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制图结果常见问题与注意事项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173605" y="1824355"/>
          <a:ext cx="7554595" cy="4286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762635" y="146050"/>
            <a:ext cx="1055624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制图精度验证结果过高或过低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0928" y="1186292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CD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常见问题：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31CD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815" y="1758950"/>
          <a:ext cx="5104130" cy="2977515"/>
        </p:xfrm>
        <a:graphic>
          <a:graphicData uri="http://schemas.openxmlformats.org/drawingml/2006/table">
            <a:tbl>
              <a:tblPr firstRow="1" bandRow="1">
                <a:tableStyleId>{32492EE0-31F5-45E9-9713-E4D97724C365}</a:tableStyleId>
              </a:tblPr>
              <a:tblGrid>
                <a:gridCol w="701675"/>
                <a:gridCol w="1412240"/>
                <a:gridCol w="2990215"/>
              </a:tblGrid>
              <a:tr h="8775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具体说明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109982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各种属性制图精度明显偏高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土壤物理属性、速磷速钾等指标的制图精度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</a:t>
                      </a:r>
                      <a:r>
                        <a:rPr lang="en-US" altLang="zh-CN" sz="1600" kern="1200" baseline="30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0.6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en-US" altLang="zh-CN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algn="l" defTabSz="914400" rtl="0" eaLnBrk="1" fontAlgn="ctr" latinLnBrk="0" hangingPunct="1">
                        <a:lnSpc>
                          <a:spcPct val="130000"/>
                        </a:lnSpc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有机质、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</a:t>
                      </a:r>
                      <a:r>
                        <a:rPr lang="en-US" altLang="zh-CN" sz="1600" kern="1200" baseline="30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＞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0.8</a:t>
                      </a:r>
                      <a:endParaRPr lang="en-US" altLang="zh-CN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10001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40000"/>
                        </a:lnSpc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各种属性制图精度明显偏低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40000"/>
                        </a:lnSpc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有机质、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</a:t>
                      </a:r>
                      <a:r>
                        <a:rPr lang="en-US" altLang="zh-CN" sz="1600" kern="1200" baseline="30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en-US" altLang="zh-CN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algn="l" defTabSz="914400" rtl="0" eaLnBrk="1" fontAlgn="ctr" latinLnBrk="0" hangingPunct="1">
                        <a:lnSpc>
                          <a:spcPct val="140000"/>
                        </a:lnSpc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速磷速钾</a:t>
                      </a:r>
                      <a:r>
                        <a:rPr lang="en-US" altLang="zh-CN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</a:t>
                      </a:r>
                      <a:r>
                        <a:rPr lang="en-US" altLang="zh-CN" sz="1600" kern="1200" baseline="30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0.3</a:t>
                      </a:r>
                      <a:endParaRPr lang="en-US" altLang="zh-CN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97712" y="5138462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注意事项：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7712" y="5706944"/>
            <a:ext cx="10177484" cy="860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marL="268605" marR="0" lvl="1" indent="-268605" algn="just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对制图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精度过高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的土壤属性，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重新利用样点验证集核查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制图结果；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68605" marR="0" lvl="1" indent="-268605" algn="just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对制图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精度过低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的土壤属性，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进一步核查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入模样点数量、环境变量、制图模型等环节。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587636" y="1100038"/>
            <a:ext cx="6472521" cy="4356309"/>
            <a:chOff x="5587636" y="888583"/>
            <a:chExt cx="6472521" cy="435630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2"/>
            <a:srcRect t="1988" r="9122" b="-1988"/>
            <a:stretch>
              <a:fillRect/>
            </a:stretch>
          </p:blipFill>
          <p:spPr>
            <a:xfrm>
              <a:off x="5587636" y="1307097"/>
              <a:ext cx="3347130" cy="3937795"/>
            </a:xfrm>
            <a:prstGeom prst="rect">
              <a:avLst/>
            </a:prstGeom>
          </p:spPr>
        </p:pic>
        <p:sp>
          <p:nvSpPr>
            <p:cNvPr id="4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5818790" y="888583"/>
              <a:ext cx="2708428" cy="369328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土壤属性制图精度过高</a:t>
              </a:r>
              <a:r>
                <a: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TextBox 6"/>
            <p:cNvSpPr txBox="1"/>
            <p:nvPr>
              <p:custDataLst>
                <p:tags r:id="rId4"/>
              </p:custDataLst>
            </p:nvPr>
          </p:nvSpPr>
          <p:spPr>
            <a:xfrm>
              <a:off x="9199234" y="888583"/>
              <a:ext cx="2708429" cy="369328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土壤属性制图精度过低结果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95224" y="1320521"/>
              <a:ext cx="3064933" cy="388092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8990971" y="2850444"/>
              <a:ext cx="3060171" cy="46284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17880" y="130175"/>
            <a:ext cx="11214735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制图精度评价指标间逻辑一致性差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3808" y="1207992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CD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常见问题：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31CD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8397" y="1725557"/>
          <a:ext cx="6111596" cy="1944654"/>
        </p:xfrm>
        <a:graphic>
          <a:graphicData uri="http://schemas.openxmlformats.org/drawingml/2006/table">
            <a:tbl>
              <a:tblPr firstRow="1" bandRow="1">
                <a:tableStyleId>{5C091571-8370-4508-A104-E5E180EF577E}</a:tableStyleId>
              </a:tblPr>
              <a:tblGrid>
                <a:gridCol w="1242722"/>
                <a:gridCol w="4868874"/>
              </a:tblGrid>
              <a:tr h="5932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</a:rPr>
                        <a:t>序号</a:t>
                      </a:r>
                      <a:endParaRPr lang="zh-CN" altLang="en-US" sz="1800" kern="100" dirty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</a:rPr>
                        <a:t>问题类型</a:t>
                      </a:r>
                      <a:endParaRPr lang="zh-CN" altLang="en-US" sz="1800" kern="100" dirty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  <a:tr h="67570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土壤属性制图精度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</a:t>
                      </a:r>
                      <a:r>
                        <a:rPr lang="en-US" altLang="zh-CN" sz="1800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较高，但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RMSE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却较大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7570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土壤属性制图精度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</a:t>
                      </a:r>
                      <a:r>
                        <a:rPr lang="en-US" altLang="zh-CN" sz="1800" kern="1200" baseline="30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较低，但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RMSE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却较小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546310" y="1189258"/>
            <a:ext cx="5385077" cy="5146414"/>
            <a:chOff x="6091237" y="855793"/>
            <a:chExt cx="5385077" cy="5146414"/>
          </a:xfrm>
        </p:grpSpPr>
        <p:sp>
          <p:nvSpPr>
            <p:cNvPr id="2" name="文本框 1"/>
            <p:cNvSpPr txBox="1"/>
            <p:nvPr/>
          </p:nvSpPr>
          <p:spPr>
            <a:xfrm>
              <a:off x="6091237" y="855793"/>
              <a:ext cx="52719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xx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县土壤属性预测精度统计表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1237" y="1201360"/>
              <a:ext cx="5385077" cy="4800847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6163733" y="1490133"/>
              <a:ext cx="5271911" cy="46166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91278" y="4050143"/>
            <a:ext cx="14715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注意事项：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8397" y="4666112"/>
            <a:ext cx="6111596" cy="860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marL="268605" marR="0" lvl="1" indent="-268605" algn="just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prstClr val="black"/>
                </a:solidFill>
              </a:rPr>
              <a:t>县级土壤属性制图精度结果至少需包括</a:t>
            </a:r>
            <a:r>
              <a:rPr lang="en-US" altLang="zh-CN" sz="2000" kern="1200" dirty="0">
                <a:solidFill>
                  <a:schemeClr val="dk1"/>
                </a:solidFill>
                <a:effectLst/>
                <a:latin typeface="+mn-ea"/>
                <a:ea typeface="+mn-ea"/>
                <a:cs typeface="Arial" panose="020B0604020202020204" pitchFamily="34" charset="0"/>
              </a:rPr>
              <a:t>R</a:t>
            </a:r>
            <a:r>
              <a:rPr lang="en-US" altLang="zh-CN" sz="2000" kern="1200" baseline="30000" dirty="0">
                <a:solidFill>
                  <a:schemeClr val="dk1"/>
                </a:solidFill>
                <a:effectLst/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zh-CN" altLang="en-US" sz="2000" kern="1200" dirty="0">
                <a:solidFill>
                  <a:schemeClr val="dk1"/>
                </a:solidFill>
                <a:effectLst/>
                <a:latin typeface="+mn-ea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2000" kern="1200" dirty="0">
                <a:solidFill>
                  <a:schemeClr val="dk1"/>
                </a:solidFill>
                <a:effectLst/>
                <a:latin typeface="+mn-ea"/>
                <a:ea typeface="+mn-ea"/>
                <a:cs typeface="Arial" panose="020B0604020202020204" pitchFamily="34" charset="0"/>
              </a:rPr>
              <a:t>RMSE</a:t>
            </a:r>
            <a:r>
              <a:rPr lang="zh-CN" altLang="en-US" dirty="0">
                <a:solidFill>
                  <a:prstClr val="black"/>
                </a:solidFill>
              </a:rPr>
              <a:t>两个指标。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04545" y="116205"/>
            <a:ext cx="10593705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制图结果空间分布合理性、准确性差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540" y="1244615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0252" y="1782333"/>
          <a:ext cx="5052593" cy="2646404"/>
        </p:xfrm>
        <a:graphic>
          <a:graphicData uri="http://schemas.openxmlformats.org/drawingml/2006/table">
            <a:tbl>
              <a:tblPr firstRow="1" bandRow="1">
                <a:tableStyleId>{B7F00CD8-C4CF-48BB-BE3E-AF913BAAFD9B}</a:tableStyleId>
              </a:tblPr>
              <a:tblGrid>
                <a:gridCol w="608184"/>
                <a:gridCol w="2192655"/>
                <a:gridCol w="2251754"/>
              </a:tblGrid>
              <a:tr h="58024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具体说明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887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fontAlgn="ctr" latinLnBrk="0" hangingPunct="1"/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制图空间分布合理性差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土壤属性空间分布与土壤发生学规律严重不符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887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制图空间分布准确性差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预测结果与样点检测值相反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887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制图空间分布一致性差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有机质与全氮空间分布差异很大等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55835" y="5057769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3107" y="5649754"/>
            <a:ext cx="11895708" cy="860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lvl="1"/>
            <a:r>
              <a:rPr lang="zh-CN" altLang="zh-CN" dirty="0"/>
              <a:t>利用母岩母质、地形地貌、土地利用等重要成土因素，以及高清遥感影像、样点属性值高低分布图等资料，通过关联土壤属性间的核查比对，验证制图结果空间分布的合理性和准确性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5273206" y="992661"/>
            <a:ext cx="6676003" cy="4256080"/>
            <a:chOff x="5182622" y="2250678"/>
            <a:chExt cx="6676003" cy="4607322"/>
          </a:xfrm>
        </p:grpSpPr>
        <p:grpSp>
          <p:nvGrpSpPr>
            <p:cNvPr id="9" name="组合 8"/>
            <p:cNvGrpSpPr/>
            <p:nvPr/>
          </p:nvGrpSpPr>
          <p:grpSpPr>
            <a:xfrm>
              <a:off x="5182622" y="2250678"/>
              <a:ext cx="3257557" cy="4607322"/>
              <a:chOff x="5182622" y="2250678"/>
              <a:chExt cx="3257557" cy="4607322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82622" y="2250678"/>
                <a:ext cx="3257557" cy="4607322"/>
              </a:xfrm>
              <a:prstGeom prst="rect">
                <a:avLst/>
              </a:prstGeom>
            </p:spPr>
          </p:pic>
          <p:cxnSp>
            <p:nvCxnSpPr>
              <p:cNvPr id="15" name="直接箭头连接符 14"/>
              <p:cNvCxnSpPr/>
              <p:nvPr/>
            </p:nvCxnSpPr>
            <p:spPr>
              <a:xfrm flipH="1">
                <a:off x="5398073" y="4049486"/>
                <a:ext cx="1065654" cy="1106905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>
                <a:off x="7182222" y="4049486"/>
                <a:ext cx="165004" cy="1120655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8601068" y="2250678"/>
              <a:ext cx="3257557" cy="4607322"/>
              <a:chOff x="8601068" y="2250678"/>
              <a:chExt cx="3257557" cy="4607322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01068" y="2250678"/>
                <a:ext cx="3257557" cy="4607322"/>
              </a:xfrm>
              <a:prstGeom prst="rect">
                <a:avLst/>
              </a:prstGeom>
            </p:spPr>
          </p:pic>
          <p:cxnSp>
            <p:nvCxnSpPr>
              <p:cNvPr id="12" name="直接箭头连接符 11"/>
              <p:cNvCxnSpPr/>
              <p:nvPr/>
            </p:nvCxnSpPr>
            <p:spPr>
              <a:xfrm flipH="1">
                <a:off x="8813999" y="4049485"/>
                <a:ext cx="1065654" cy="1106905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10585822" y="4042609"/>
                <a:ext cx="165004" cy="1120655"/>
              </a:xfrm>
              <a:prstGeom prst="straightConnector1">
                <a:avLst/>
              </a:prstGeom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矩形 16"/>
          <p:cNvSpPr/>
          <p:nvPr/>
        </p:nvSpPr>
        <p:spPr>
          <a:xfrm>
            <a:off x="7051209" y="5180434"/>
            <a:ext cx="39740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土壤有机质分布图与</a:t>
            </a:r>
            <a:r>
              <a:rPr lang="en-US" altLang="zh-CN" sz="1600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</a:t>
            </a:r>
            <a:r>
              <a:rPr lang="zh-CN" altLang="en-US" sz="1600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1600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图件表达常见问题与注意事项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986054" y="2219466"/>
          <a:ext cx="5622062" cy="3113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66140" y="132715"/>
            <a:ext cx="1137031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图面内容缺失不完整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5193" y="1201111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5475" y="1774190"/>
          <a:ext cx="6077585" cy="4549140"/>
        </p:xfrm>
        <a:graphic>
          <a:graphicData uri="http://schemas.openxmlformats.org/drawingml/2006/table">
            <a:tbl>
              <a:tblPr firstRow="1" bandRow="1">
                <a:tableStyleId>{6D728B9D-C360-402F-BCE3-508E91CB5E6C}</a:tableStyleId>
              </a:tblPr>
              <a:tblGrid>
                <a:gridCol w="1014730"/>
                <a:gridCol w="5062855"/>
              </a:tblGrid>
              <a:tr h="5264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899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图名、图例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1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面积统计表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或面积统计表不完整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1069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编制单位信息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（一般为地方三普办或农业农村局）与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制图单位信息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（成果编制单位），缺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制图人、制作日期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等要素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1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坐标、投影、高程基准等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图廓信息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不完整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899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土地利用现状图等图件未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注明数据来源</a:t>
                      </a:r>
                      <a:endParaRPr lang="zh-CN" altLang="zh-CN" sz="18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11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相邻市县地名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等要素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6"/>
          <p:cNvSpPr txBox="1"/>
          <p:nvPr>
            <p:custDataLst>
              <p:tags r:id="rId2"/>
            </p:custDataLst>
          </p:nvPr>
        </p:nvSpPr>
        <p:spPr>
          <a:xfrm>
            <a:off x="8457895" y="6332582"/>
            <a:ext cx="2337435" cy="36639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 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区土壤速效钾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02164" y="1275274"/>
            <a:ext cx="4582964" cy="4985006"/>
            <a:chOff x="890450" y="1487925"/>
            <a:chExt cx="5321573" cy="498500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0450" y="1487925"/>
              <a:ext cx="5321573" cy="4985006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4826000" y="6220178"/>
              <a:ext cx="203200" cy="733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41375" y="140970"/>
            <a:ext cx="11289665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上图要素表达不规范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8626" y="1203664"/>
            <a:ext cx="2432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8435" y="1739265"/>
          <a:ext cx="5801360" cy="2593340"/>
        </p:xfrm>
        <a:graphic>
          <a:graphicData uri="http://schemas.openxmlformats.org/drawingml/2006/table">
            <a:tbl>
              <a:tblPr firstRow="1" bandRow="1">
                <a:tableStyleId>{D94D1A2D-6F71-4788-8396-FB6345BA6E25}</a:tableStyleId>
              </a:tblPr>
              <a:tblGrid>
                <a:gridCol w="876300"/>
                <a:gridCol w="4925060"/>
              </a:tblGrid>
              <a:tr h="6165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5913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专题要素（土壤属性）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分级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未按全国九大农区分级标准（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细化分级标准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要考虑级别面积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584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专题要素（土壤属性）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配色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未按标准规范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5913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基础地理要素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（居民点、道路、水系等）表达不规范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88" y="797947"/>
            <a:ext cx="5922137" cy="334308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42422" y="4570963"/>
            <a:ext cx="216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8626" y="5151824"/>
            <a:ext cx="5801125" cy="12452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lvl="1"/>
            <a:r>
              <a:rPr lang="zh-CN" altLang="en-US" dirty="0"/>
              <a:t>核查</a:t>
            </a:r>
            <a:r>
              <a:rPr lang="zh-CN" altLang="zh-CN" dirty="0"/>
              <a:t>土壤养分</a:t>
            </a:r>
            <a:r>
              <a:rPr lang="zh-CN" altLang="en-US" dirty="0"/>
              <a:t>配</a:t>
            </a:r>
            <a:r>
              <a:rPr lang="zh-CN" altLang="zh-CN" dirty="0"/>
              <a:t>色</a:t>
            </a:r>
            <a:r>
              <a:rPr lang="zh-CN" altLang="en-US" dirty="0"/>
              <a:t>是否</a:t>
            </a:r>
            <a:r>
              <a:rPr lang="zh-CN" altLang="zh-CN" dirty="0"/>
              <a:t>采用</a:t>
            </a:r>
            <a:r>
              <a:rPr lang="en-US" altLang="zh-CN" dirty="0"/>
              <a:t>GB/T 41475-2022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zh-CN" dirty="0"/>
              <a:t>基础地理要素标注是否按照相关标准规范（</a:t>
            </a:r>
            <a:r>
              <a:rPr lang="en-US" altLang="zh-CN" dirty="0"/>
              <a:t>GB/T24354-2023</a:t>
            </a:r>
            <a:r>
              <a:rPr lang="zh-CN" altLang="zh-CN" dirty="0"/>
              <a:t>）要求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970" y="4135318"/>
            <a:ext cx="2036690" cy="262548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4"/>
          <a:srcRect l="5097" t="4537" r="7941" b="7137"/>
          <a:stretch>
            <a:fillRect/>
          </a:stretch>
        </p:blipFill>
        <p:spPr>
          <a:xfrm>
            <a:off x="8984256" y="4641259"/>
            <a:ext cx="2534801" cy="1494805"/>
          </a:xfrm>
          <a:prstGeom prst="rect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17" name="矩形 16"/>
          <p:cNvSpPr/>
          <p:nvPr/>
        </p:nvSpPr>
        <p:spPr>
          <a:xfrm>
            <a:off x="8569442" y="6289003"/>
            <a:ext cx="35001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基础地理要素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符号、 注记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示意图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制图报告常见问题与注意事项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692400" y="1534795"/>
          <a:ext cx="7253605" cy="4806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91540" y="121285"/>
            <a:ext cx="1114044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sym typeface="+mn-ea"/>
              </a:rPr>
              <a:t>理化性状分析不充分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2595" y="1157605"/>
          <a:ext cx="5174615" cy="5523865"/>
        </p:xfrm>
        <a:graphic>
          <a:graphicData uri="http://schemas.openxmlformats.org/drawingml/2006/table">
            <a:tbl>
              <a:tblPr firstRow="1" bandRow="1">
                <a:tableStyleId>{FF852C43-CD49-4D0E-BC38-730A8F59DC62}</a:tableStyleId>
              </a:tblPr>
              <a:tblGrid>
                <a:gridCol w="725170"/>
                <a:gridCol w="4449445"/>
              </a:tblGrid>
              <a:tr h="5238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3740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重要属性缺项（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必选指标）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10737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现状分析</a:t>
                      </a:r>
                      <a:r>
                        <a:rPr lang="en-US" altLang="zh-CN" sz="180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全域</a:t>
                      </a:r>
                      <a:r>
                        <a:rPr lang="zh-CN" altLang="en-US" sz="180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分级、空间分布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特征描述不充分，土地利用类型对比分析、土壤属性与土壤类型、母质相关分析专业性不足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57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乡镇间重要属性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差异分析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62280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样点统计与制图统计之间差异较大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3055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缺少二普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——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三普的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历史变化及成因分析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或分析不深入；历史数据来源交代不清；未作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均值对比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525" marR="9525" marT="9525" marB="0" anchor="ctr"/>
                </a:tc>
              </a:tr>
              <a:tr h="699770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属性间关联分析部分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未按照规范要求，分析有欠缺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1879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总结和改良对策建议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提出未与相关部门沟通，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缺乏针对性</a:t>
                      </a:r>
                      <a:endParaRPr lang="zh-CN" altLang="en-US" sz="18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5187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报告中数据准确性、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图表一致性、规范性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3196"/>
          <a:stretch>
            <a:fillRect/>
          </a:stretch>
        </p:blipFill>
        <p:spPr>
          <a:xfrm>
            <a:off x="5674360" y="1263015"/>
            <a:ext cx="6357620" cy="3351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891540" y="121285"/>
            <a:ext cx="1114044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制图过程描述说明过于简单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9210" y="1288002"/>
            <a:ext cx="14381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9439" y="1889979"/>
          <a:ext cx="4682580" cy="3891915"/>
        </p:xfrm>
        <a:graphic>
          <a:graphicData uri="http://schemas.openxmlformats.org/drawingml/2006/table">
            <a:tbl>
              <a:tblPr firstRow="1" bandRow="1">
                <a:tableStyleId>{FF852C43-CD49-4D0E-BC38-730A8F59DC62}</a:tableStyleId>
              </a:tblPr>
              <a:tblGrid>
                <a:gridCol w="867617"/>
                <a:gridCol w="3814963"/>
              </a:tblGrid>
              <a:tr h="61345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4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缺少技术路线图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899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缺少基础数据来源、类型、空间分辨率、时间跨度汇总表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4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缺少环境变量筛选过程与结果说明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4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缺少制图模型参数优化设置说明等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94812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缺少土壤属性、环境变量名称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的中文说明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5189907" y="1734212"/>
            <a:ext cx="6810708" cy="4495907"/>
            <a:chOff x="5202667" y="1738465"/>
            <a:chExt cx="6810708" cy="4495907"/>
          </a:xfrm>
        </p:grpSpPr>
        <p:grpSp>
          <p:nvGrpSpPr>
            <p:cNvPr id="2" name="组合 1"/>
            <p:cNvGrpSpPr/>
            <p:nvPr/>
          </p:nvGrpSpPr>
          <p:grpSpPr>
            <a:xfrm>
              <a:off x="5202667" y="1738465"/>
              <a:ext cx="6810707" cy="3973346"/>
              <a:chOff x="5202667" y="1491789"/>
              <a:chExt cx="6810707" cy="4563967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202667" y="1491789"/>
                <a:ext cx="3196858" cy="4563967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noFill/>
                <a:miter lim="800000"/>
                <a:headEnd/>
                <a:tailEnd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rcRect b="31688"/>
              <a:stretch>
                <a:fillRect/>
              </a:stretch>
            </p:blipFill>
            <p:spPr>
              <a:xfrm>
                <a:off x="8740986" y="1491789"/>
                <a:ext cx="3272388" cy="4563967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noFill/>
                <a:miter lim="800000"/>
                <a:headEnd/>
                <a:tailEnd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p:grpSp>
        <p:sp>
          <p:nvSpPr>
            <p:cNvPr id="5" name="文本框 4"/>
            <p:cNvSpPr txBox="1"/>
            <p:nvPr/>
          </p:nvSpPr>
          <p:spPr>
            <a:xfrm>
              <a:off x="5966991" y="5895818"/>
              <a:ext cx="58084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xx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县土壤属性图编制概述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202667" y="2278599"/>
              <a:ext cx="3196858" cy="39230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202667" y="3211032"/>
              <a:ext cx="3196858" cy="976069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740987" y="2228584"/>
              <a:ext cx="3272388" cy="1590631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1101725" y="160655"/>
            <a:ext cx="8931910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837"/>
                </a:solidFill>
              </a14:hiddenFill>
            </a:ext>
          </a:extLst>
        </p:spPr>
        <p:txBody>
          <a:bodyPr wrap="square" lIns="0" tIns="0" rIns="0" bIns="1440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3651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制图结果验证评价缺少或不完整</a:t>
            </a:r>
            <a:endParaRPr lang="zh-CN" altLang="en-US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9606" y="6413219"/>
            <a:ext cx="476170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县土壤属性精度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47304" y="1450621"/>
            <a:ext cx="376551" cy="119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96878" y="3140174"/>
            <a:ext cx="4308443" cy="3215619"/>
            <a:chOff x="1050497" y="3084523"/>
            <a:chExt cx="4308443" cy="3215619"/>
          </a:xfrm>
        </p:grpSpPr>
        <p:grpSp>
          <p:nvGrpSpPr>
            <p:cNvPr id="6" name="组合 5"/>
            <p:cNvGrpSpPr/>
            <p:nvPr/>
          </p:nvGrpSpPr>
          <p:grpSpPr>
            <a:xfrm>
              <a:off x="1050497" y="3233700"/>
              <a:ext cx="4308443" cy="3066442"/>
              <a:chOff x="822293" y="3233700"/>
              <a:chExt cx="4536647" cy="2876142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 rotWithShape="1">
              <a:blip r:embed="rId1"/>
              <a:srcRect l="1064" r="3663" b="40216"/>
              <a:stretch>
                <a:fillRect/>
              </a:stretch>
            </p:blipFill>
            <p:spPr>
              <a:xfrm>
                <a:off x="822293" y="3239391"/>
                <a:ext cx="4536647" cy="2870451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noFill/>
                <a:miter lim="800000"/>
                <a:headEnd/>
                <a:tailEnd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5" name="矩形 4"/>
              <p:cNvSpPr/>
              <p:nvPr/>
            </p:nvSpPr>
            <p:spPr>
              <a:xfrm flipV="1">
                <a:off x="2297289" y="3233700"/>
                <a:ext cx="346428" cy="123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1059002" y="3084523"/>
              <a:ext cx="4274419" cy="30973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676120" y="6413219"/>
            <a:ext cx="418486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县土壤属性图验证评价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248" y="1218717"/>
            <a:ext cx="14381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1CD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常见问题：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31CD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567815" y="1184275"/>
          <a:ext cx="9651365" cy="1703070"/>
        </p:xfrm>
        <a:graphic>
          <a:graphicData uri="http://schemas.openxmlformats.org/drawingml/2006/table">
            <a:tbl>
              <a:tblPr firstRow="1" bandRow="1">
                <a:tableStyleId>{DEC44A41-FE20-4091-92DC-D81954CD3507}</a:tableStyleId>
              </a:tblPr>
              <a:tblGrid>
                <a:gridCol w="1155700"/>
                <a:gridCol w="8495665"/>
              </a:tblGrid>
              <a:tr h="5594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76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制图精度统计结果缺少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RMSE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这一重要评价指标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419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缺少制图结果空间分布合理性验证评价内容（结合主要成土要素、高清遥感影像、样点属性值高低分布图等进行验证），以及与土壤类型、土地利用类型等的交叉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034" r="1657"/>
          <a:stretch>
            <a:fillRect/>
          </a:stretch>
        </p:blipFill>
        <p:spPr>
          <a:xfrm>
            <a:off x="6651155" y="3182342"/>
            <a:ext cx="4140874" cy="30951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924727" y="283973"/>
            <a:ext cx="11086770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（二）地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市级土壤属性制图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路径及注意事项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1849528" y="1049360"/>
          <a:ext cx="849271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1. </a:t>
            </a:r>
            <a:r>
              <a:rPr lang="zh-CN" altLang="en-US" sz="3600" b="1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县级成果拼接（自下而上</a:t>
            </a:r>
            <a:r>
              <a:rPr lang="zh-CN" altLang="en-US" sz="3600" b="1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汇总）</a:t>
            </a:r>
            <a:endParaRPr lang="zh-CN" altLang="en-US" sz="3600" b="1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692400" y="1534795"/>
          <a:ext cx="7253605" cy="4806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r>
              <a:rPr kumimoji="0" lang="zh-CN" altLang="en-US" sz="3200" b="1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县级制图成果校验缺乏或不充分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27636" y="4149345"/>
            <a:ext cx="6336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各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县</a:t>
            </a:r>
            <a:r>
              <a:rPr kumimoji="0" lang="zh-CN" altLang="en-US" sz="16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土壤属性制图模型、属性、入模变量、制图精度统计</a:t>
            </a:r>
            <a:endParaRPr kumimoji="0" lang="zh-CN" altLang="en-US" sz="160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25523" y="4566685"/>
          <a:ext cx="9475744" cy="1986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459"/>
                <a:gridCol w="1623976"/>
                <a:gridCol w="1623976"/>
                <a:gridCol w="1426460"/>
                <a:gridCol w="1254266"/>
                <a:gridCol w="1182341"/>
                <a:gridCol w="1204266"/>
              </a:tblGrid>
              <a:tr h="25683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县名</a:t>
                      </a:r>
                      <a:endParaRPr lang="zh-CN" altLang="en-US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土壤属性</a:t>
                      </a:r>
                      <a:endParaRPr lang="zh-CN" altLang="en-US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入模环境变量</a:t>
                      </a:r>
                      <a:endParaRPr lang="zh-CN" altLang="en-US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制图模型</a:t>
                      </a:r>
                      <a:endParaRPr lang="en-GB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模型参数</a:t>
                      </a:r>
                      <a:endParaRPr lang="en-GB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制图精度</a:t>
                      </a:r>
                      <a:endParaRPr lang="zh-CN" altLang="en-US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8580" marR="68580" anchor="ctr"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03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300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600" b="1" kern="1200" baseline="300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RMSE</a:t>
                      </a:r>
                      <a:endParaRPr lang="zh-CN" altLang="en-US" sz="16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88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</a:t>
                      </a:r>
                      <a:r>
                        <a:rPr lang="en-US" altLang="zh-CN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88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</a:t>
                      </a:r>
                      <a:r>
                        <a:rPr lang="en-US" altLang="zh-CN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</a:tr>
              <a:tr h="3288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</a:t>
                      </a:r>
                      <a:r>
                        <a:rPr lang="en-US" altLang="zh-CN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88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en-US" altLang="zh-CN" sz="14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i="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rgbClr val="B4C7E7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84844" y="1160825"/>
            <a:ext cx="1438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61340" y="1722755"/>
          <a:ext cx="5791200" cy="2216150"/>
        </p:xfrm>
        <a:graphic>
          <a:graphicData uri="http://schemas.openxmlformats.org/drawingml/2006/table">
            <a:tbl>
              <a:tblPr firstRow="1" bandRow="1">
                <a:tableStyleId>{92B77646-2672-4CFC-A9BC-5AA0FE157C1B}</a:tableStyleId>
              </a:tblPr>
              <a:tblGrid>
                <a:gridCol w="786765"/>
                <a:gridCol w="5004435"/>
              </a:tblGrid>
              <a:tr h="4241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83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入模环境变量的合理性校验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76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制图模型或方法的校验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76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制图精度的校验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83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空间分布合理性、准确性校验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647474" y="1160825"/>
            <a:ext cx="216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15910" y="1849093"/>
            <a:ext cx="5375543" cy="159607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9525">
            <a:solidFill>
              <a:sysClr val="windowText" lastClr="00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marL="268605" marR="0" lvl="1" indent="-268605" algn="just" defTabSz="91440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逐一核查县级土壤属性图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入模环境变量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制图方法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制图精度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605" marR="0" lvl="1" indent="-268605" algn="just" defTabSz="91440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将县级土壤属性图拼接在一起，检查县级成果空间分布合理性及与周边相邻县的一致性。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缺少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县级制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图接边异常区域检查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 Light" panose="02010600030101010101" charset="-122"/>
              <a:ea typeface="等线 Light" panose="02010600030101010101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 Light" panose="02010600030101010101" charset="-122"/>
              <a:ea typeface="等线 Light" panose="02010600030101010101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" t="16556" r="1920" b="17707"/>
          <a:stretch>
            <a:fillRect/>
          </a:stretch>
        </p:blipFill>
        <p:spPr>
          <a:xfrm>
            <a:off x="6919994" y="1522894"/>
            <a:ext cx="4274596" cy="41935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99930" y="5830598"/>
            <a:ext cx="4808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县级行政区接边处土壤属性异常区域确定结果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××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市土壤全磷分布图）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1653" y="1296773"/>
            <a:ext cx="243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91490" y="1799590"/>
          <a:ext cx="5952490" cy="2413000"/>
        </p:xfrm>
        <a:graphic>
          <a:graphicData uri="http://schemas.openxmlformats.org/drawingml/2006/table">
            <a:tbl>
              <a:tblPr firstRow="1" bandRow="1">
                <a:tableStyleId>{B4CF2D6E-34CA-4F23-BE29-B03EC34884E9}</a:tableStyleId>
              </a:tblPr>
              <a:tblGrid>
                <a:gridCol w="865505"/>
                <a:gridCol w="5086985"/>
              </a:tblGrid>
              <a:tr h="4019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接边处异常区域的分析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49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未明确县级土壤属性图接边处是否存在异常的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判定标准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70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未对县级土壤属性图接边异常区域进行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全面检查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870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完整确定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县级土壤属性图接边处存在的异常区域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59325" y="4439508"/>
            <a:ext cx="216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1653" y="5010435"/>
            <a:ext cx="5705001" cy="121135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9525">
            <a:solidFill>
              <a:sysClr val="windowText" lastClr="00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marL="268605" marR="0" lvl="1" indent="-268605" algn="just" defTabSz="91440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prstClr val="black"/>
                </a:solidFill>
              </a:rPr>
              <a:t>核查是否在县级土壤属性图接边处建立缓冲区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605" marR="0" lvl="1" indent="-268605" algn="just" defTabSz="91440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核查是否完整展示</a:t>
            </a:r>
            <a:r>
              <a:rPr lang="zh-CN" altLang="en-US" dirty="0">
                <a:solidFill>
                  <a:prstClr val="black"/>
                </a:solidFill>
              </a:rPr>
              <a:t>县级土壤属性图接边处异常区域分布图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996645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marR="0" lvl="0" indent="-285750" algn="l" defTabSz="1422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县级土壤属性图拼接处理不完善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7537" y="6021033"/>
            <a:ext cx="5057294" cy="42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土壤有效磷分布图接边处异常区域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676530" y="2016196"/>
            <a:ext cx="5315799" cy="3850648"/>
            <a:chOff x="6505116" y="2039891"/>
            <a:chExt cx="5315799" cy="3850648"/>
          </a:xfrm>
        </p:grpSpPr>
        <p:grpSp>
          <p:nvGrpSpPr>
            <p:cNvPr id="8" name="组合 7"/>
            <p:cNvGrpSpPr/>
            <p:nvPr/>
          </p:nvGrpSpPr>
          <p:grpSpPr>
            <a:xfrm>
              <a:off x="6505116" y="2039891"/>
              <a:ext cx="5315799" cy="3850648"/>
              <a:chOff x="6505116" y="2039891"/>
              <a:chExt cx="5315799" cy="3850648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05116" y="2039891"/>
                <a:ext cx="5315799" cy="3850648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9290756" y="4859867"/>
                <a:ext cx="445911" cy="1298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7349067" y="4334933"/>
              <a:ext cx="618066" cy="45508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61505" y="1292062"/>
            <a:ext cx="243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99671" y="1901462"/>
          <a:ext cx="6305445" cy="2240321"/>
        </p:xfrm>
        <a:graphic>
          <a:graphicData uri="http://schemas.openxmlformats.org/drawingml/2006/table">
            <a:tbl>
              <a:tblPr firstRow="1" bandRow="1">
                <a:tableStyleId>{B8D39689-5E33-467B-96B4-CAC9BE2E588D}</a:tableStyleId>
              </a:tblPr>
              <a:tblGrid>
                <a:gridCol w="746984"/>
                <a:gridCol w="5558461"/>
              </a:tblGrid>
              <a:tr h="4912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8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未建立缓冲区，缺少对县级土壤属性图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接边处缝隙进行填补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8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未对县级土壤属性图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接边处异常区域进行平滑处理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83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对县级土壤属性图接边处异常区域的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平滑处理效果</a:t>
                      </a:r>
                      <a:r>
                        <a:rPr lang="zh-CN" altLang="en-US" sz="16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不好</a:t>
                      </a:r>
                      <a:endParaRPr lang="zh-CN" altLang="en-US" sz="16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61505" y="4670250"/>
            <a:ext cx="216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9672" y="5299641"/>
            <a:ext cx="6337226" cy="82663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9525">
            <a:solidFill>
              <a:sysClr val="windowText" lastClr="00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lvl="1" fontAlgn="auto"/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对比接边异常区域平滑处理</a:t>
            </a:r>
            <a:r>
              <a:rPr lang="zh-CN" altLang="en-US" dirty="0">
                <a:solidFill>
                  <a:prstClr val="black"/>
                </a:solidFill>
              </a:rPr>
              <a:t>前后的县级土壤属性图，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核查拼接处理结果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82324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defTabSz="1422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None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市级重制图</a:t>
            </a:r>
            <a:endParaRPr kumimoji="0" lang="zh-CN" altLang="en-US" sz="3200" b="1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3782" y="1238419"/>
            <a:ext cx="243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31CD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</a:t>
            </a:r>
            <a:endParaRPr lang="zh-CN" altLang="en-US" b="1" dirty="0">
              <a:solidFill>
                <a:srgbClr val="031CD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83782" y="1763221"/>
          <a:ext cx="9733915" cy="2839085"/>
        </p:xfrm>
        <a:graphic>
          <a:graphicData uri="http://schemas.openxmlformats.org/drawingml/2006/table">
            <a:tbl>
              <a:tblPr firstRow="1" bandRow="1">
                <a:tableStyleId>{8D59D52B-BDCA-43AA-9F62-DEBE4DCA54F0}</a:tableStyleId>
              </a:tblPr>
              <a:tblGrid>
                <a:gridCol w="1624699"/>
                <a:gridCol w="8108922"/>
              </a:tblGrid>
              <a:tr h="5988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59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20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20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市级土壤属性重制图的入模样点筛选不合理</a:t>
                      </a:r>
                      <a:endParaRPr lang="zh-CN" altLang="en-US" sz="20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59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20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20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市级土壤属性重制图的入模环境变量不合理</a:t>
                      </a:r>
                      <a:endParaRPr lang="zh-CN" altLang="en-US" sz="20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59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20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20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市级土壤属性重制图的制图精度偏低，甚至</a:t>
                      </a:r>
                      <a:r>
                        <a:rPr lang="zh-CN" altLang="en-US" sz="20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低于县级制图精度</a:t>
                      </a:r>
                      <a:endParaRPr lang="zh-CN" altLang="en-US" sz="20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599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20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20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市级土壤属性重制图结果</a:t>
                      </a:r>
                      <a:r>
                        <a:rPr lang="zh-CN" altLang="en-US" sz="20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未与县级制图单位进行分析论证</a:t>
                      </a:r>
                      <a:endParaRPr lang="zh-CN" altLang="en-US" sz="2000" b="1" kern="12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383782" y="4852050"/>
            <a:ext cx="4021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3782" y="5461256"/>
            <a:ext cx="9733621" cy="860425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9525">
            <a:solidFill>
              <a:sysClr val="windowText" lastClr="00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2pPr marL="268605" indent="-268605" algn="just" latinLnBrk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 sz="20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267970" marR="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60000"/>
              <a:defRPr kumimoji="0" sz="2000" strike="noStrike" kern="100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</a:lstStyle>
          <a:p>
            <a:pPr marL="268605" marR="0" lvl="1" indent="-268605" algn="just" defTabSz="91440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prstClr val="black"/>
                </a:solidFill>
              </a:rPr>
              <a:t>校核市级重制图过程与结果的合理性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605" marR="0" lvl="1" indent="-268605" algn="just" defTabSz="91440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prstClr val="black"/>
                </a:solidFill>
              </a:rPr>
              <a:t>市级重制图结果必须通过县级论证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3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4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5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6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7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8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9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10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TABLE_BEAUTIFY" val="smartTable{8f7d1bdb-55ae-49c6-b77f-314207c60ee4}"/>
  <p:tag name="TABLE_ENDDRAG_ORIGIN_RECT" val="495*236"/>
  <p:tag name="TABLE_ENDDRAG_RECT" val="70*146*495*236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UNIT_TABLE_BEAUTIFY" val="smartTable{a27af384-de3a-483e-9563-927cc8f16157}"/>
  <p:tag name="TABLE_ENDDRAG_ORIGIN_RECT" val="767*237"/>
  <p:tag name="TABLE_ENDDRAG_RECT" val="73*136*767*237"/>
</p:tagLst>
</file>

<file path=ppt/tags/tag15.xml><?xml version="1.0" encoding="utf-8"?>
<p:tagLst xmlns:p="http://schemas.openxmlformats.org/presentationml/2006/main">
  <p:tag name="KSO_WM_UNIT_TABLE_BEAUTIFY" val="smartTable{1e8f32d3-61b9-4a71-bb9e-961b84c00cf1}"/>
  <p:tag name="TABLE_ENDDRAG_ORIGIN_RECT" val="573*302"/>
  <p:tag name="TABLE_ENDDRAG_RECT" val="34*140*573*302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UNIT_TABLE_BEAUTIFY" val="smartTable{aeac7207-1cfd-4d70-b426-2caf81ada8be}"/>
  <p:tag name="TABLE_ENDDRAG_ORIGIN_RECT" val="401*226"/>
  <p:tag name="TABLE_ENDDRAG_RECT" val="23*100*401*226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TABLE_BEAUTIFY" val="smartTable{16d9769e-fc21-48e8-90f3-690048f8969b}"/>
</p:tagLst>
</file>

<file path=ppt/tags/tag21.xml><?xml version="1.0" encoding="utf-8"?>
<p:tagLst xmlns:p="http://schemas.openxmlformats.org/presentationml/2006/main">
  <p:tag name="KSO_WM_UNIT_TABLE_BEAUTIFY" val="smartTable{4030cded-f683-4019-9910-904a9079ecd5}"/>
</p:tagLst>
</file>

<file path=ppt/tags/tag22.xml><?xml version="1.0" encoding="utf-8"?>
<p:tagLst xmlns:p="http://schemas.openxmlformats.org/presentationml/2006/main">
  <p:tag name="KSO_WM_UNIT_TABLE_BEAUTIFY" val="smartTable{5528c146-eb13-4215-8ef0-5b33e88043dc}"/>
  <p:tag name="TABLE_ENDDRAG_ORIGIN_RECT" val="478*358"/>
  <p:tag name="TABLE_ENDDRAG_RECT" val="49*139*478*358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UNIT_TABLE_BEAUTIFY" val="smartTable{6a4eecae-8941-4401-92fd-56decfc7aa4c}"/>
  <p:tag name="TABLE_ENDDRAG_ORIGIN_RECT" val="456*204"/>
  <p:tag name="TABLE_ENDDRAG_RECT" val="14*141*456*204"/>
</p:tagLst>
</file>

<file path=ppt/tags/tag25.xml><?xml version="1.0" encoding="utf-8"?>
<p:tagLst xmlns:p="http://schemas.openxmlformats.org/presentationml/2006/main">
  <p:tag name="KSO_WM_UNIT_TABLE_BEAUTIFY" val="smartTable{ec2f5887-a0be-4a2f-88fc-4d8e52448845}"/>
  <p:tag name="TABLE_ENDDRAG_ORIGIN_RECT" val="363*431"/>
  <p:tag name="TABLE_ENDDRAG_RECT" val="23*96*363*431"/>
</p:tagLst>
</file>

<file path=ppt/tags/tag26.xml><?xml version="1.0" encoding="utf-8"?>
<p:tagLst xmlns:p="http://schemas.openxmlformats.org/presentationml/2006/main">
  <p:tag name="KSO_WM_UNIT_TABLE_BEAUTIFY" val="smartTable{4ac6c526-4f8b-4f7e-ba6a-904a6bf5f809}"/>
</p:tagLst>
</file>

<file path=ppt/tags/tag27.xml><?xml version="1.0" encoding="utf-8"?>
<p:tagLst xmlns:p="http://schemas.openxmlformats.org/presentationml/2006/main">
  <p:tag name="KSO_WM_UNIT_TABLE_BEAUTIFY" val="smartTable{09f310ad-e685-4ca0-bc09-be7fc9777622}"/>
  <p:tag name="TABLE_ENDDRAG_ORIGIN_RECT" val="759*160"/>
  <p:tag name="TABLE_ENDDRAG_RECT" val="123*93*759*160"/>
</p:tagLst>
</file>

<file path=ppt/tags/tag28.xml><?xml version="1.0" encoding="utf-8"?>
<p:tagLst xmlns:p="http://schemas.openxmlformats.org/presentationml/2006/main">
  <p:tag name="TABLE_ENDDRAG_ORIGIN_RECT" val="802*194"/>
  <p:tag name="TABLE_ENDDRAG_RECT" val="36*247*802*194"/>
</p:tagLst>
</file>

<file path=ppt/tags/tag29.xml><?xml version="1.0" encoding="utf-8"?>
<p:tagLst xmlns:p="http://schemas.openxmlformats.org/presentationml/2006/main">
  <p:tag name="KSO_WM_UNIT_TABLE_BEAUTIFY" val="smartTable{433e1750-9d4a-47b7-9d19-288e75c524b6}"/>
</p:tagLst>
</file>

<file path=ppt/tags/tag30.xml><?xml version="1.0" encoding="utf-8"?>
<p:tagLst xmlns:p="http://schemas.openxmlformats.org/presentationml/2006/main">
  <p:tag name="KSO_WM_UNIT_TABLE_BEAUTIFY" val="smartTable{9d0a2e67-bdd4-4fe3-ad63-a91b3ba2d30f}"/>
  <p:tag name="TABLE_ENDDRAG_ORIGIN_RECT" val="468*189"/>
  <p:tag name="TABLE_ENDDRAG_RECT" val="38*141*468*190"/>
</p:tagLst>
</file>

<file path=ppt/tags/tag31.xml><?xml version="1.0" encoding="utf-8"?>
<p:tagLst xmlns:p="http://schemas.openxmlformats.org/presentationml/2006/main">
  <p:tag name="KSO_WM_UNIT_TABLE_BEAUTIFY" val="smartTable{7790e116-616a-4893-a74e-695c122ed1cf}"/>
</p:tagLst>
</file>

<file path=ppt/tags/tag32.xml><?xml version="1.0" encoding="utf-8"?>
<p:tagLst xmlns:p="http://schemas.openxmlformats.org/presentationml/2006/main">
  <p:tag name="KSO_WM_UNIT_TABLE_BEAUTIFY" val="smartTable{b3d1a47a-d14f-4ce8-94a8-ec08ebfa398c}"/>
</p:tagLst>
</file>

<file path=ppt/tags/tag33.xml><?xml version="1.0" encoding="utf-8"?>
<p:tagLst xmlns:p="http://schemas.openxmlformats.org/presentationml/2006/main">
  <p:tag name="KSO_WM_UNIT_TABLE_BEAUTIFY" val="smartTable{583fb196-ff74-4363-81e7-52509553eeaa}"/>
  <p:tag name="TABLE_ENDDRAG_ORIGIN_RECT" val="741*439"/>
  <p:tag name="TABLE_ENDDRAG_RECT" val="114*89*741*440"/>
</p:tagLst>
</file>

<file path=ppt/tags/tag34.xml><?xml version="1.0" encoding="utf-8"?>
<p:tagLst xmlns:p="http://schemas.openxmlformats.org/presentationml/2006/main">
  <p:tag name="KSO_WM_UNIT_TABLE_BEAUTIFY" val="smartTable{9d883d90-9b85-4297-8f75-f698b326adce}"/>
  <p:tag name="TABLE_ENDDRAG_ORIGIN_RECT" val="682*354"/>
  <p:tag name="TABLE_ENDDRAG_RECT" val="49*137*682*354"/>
</p:tagLst>
</file>

<file path=ppt/tags/tag35.xml><?xml version="1.0" encoding="utf-8"?>
<p:tagLst xmlns:p="http://schemas.openxmlformats.org/presentationml/2006/main">
  <p:tag name="KSO_WM_UNIT_TABLE_BEAUTIFY" val="smartTable{1e81c7a9-a0b7-4a72-8717-63518580871c}"/>
  <p:tag name="TABLE_ENDDRAG_ORIGIN_RECT" val="300*226"/>
  <p:tag name="TABLE_ENDDRAG_RECT" val="36*157*300*226"/>
</p:tagLst>
</file>

<file path=ppt/tags/tag36.xml><?xml version="1.0" encoding="utf-8"?>
<p:tagLst xmlns:p="http://schemas.openxmlformats.org/presentationml/2006/main">
  <p:tag name="KSO_WM_UNIT_TABLE_BEAUTIFY" val="smartTable{0a4d4cdb-dfd2-4b28-a0e1-4c762652b325}"/>
  <p:tag name="TABLE_ENDDRAG_ORIGIN_RECT" val="682*354"/>
  <p:tag name="TABLE_ENDDRAG_RECT" val="49*137*682*354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ISPRING_RESOURCE_PATHS_HASH_2" val="2b758c575d3afaa4a23037e74bea4a653611b5f"/>
  <p:tag name="KSO_WPP_MARK_KEY" val="c01c8b55-19a6-4d3c-ba70-70c86dad7897"/>
  <p:tag name="COMMONDATA" val="eyJoZGlkIjoiMjY1OTMxMTE1YTk1ZTFkNTMwNGI3YTJhMjI1Yzk5NjEifQ=="/>
  <p:tag name="resource_record_key" val="{&quot;29&quot;:[50000031]}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4986</Words>
  <Application>WPS 演示</Application>
  <PresentationFormat>宽屏</PresentationFormat>
  <Paragraphs>892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99" baseType="lpstr">
      <vt:lpstr>Arial</vt:lpstr>
      <vt:lpstr>宋体</vt:lpstr>
      <vt:lpstr>Wingdings</vt:lpstr>
      <vt:lpstr>黑体</vt:lpstr>
      <vt:lpstr>微软雅黑</vt:lpstr>
      <vt:lpstr>Calibri</vt:lpstr>
      <vt:lpstr>Calibri</vt:lpstr>
      <vt:lpstr>Times New Roman</vt:lpstr>
      <vt:lpstr>Arial Unicode MS</vt:lpstr>
      <vt:lpstr>等线 Light</vt:lpstr>
      <vt:lpstr>等线</vt:lpstr>
      <vt:lpstr>Wingdings</vt:lpstr>
      <vt:lpstr>Arial</vt:lpstr>
      <vt:lpstr>DejaVu Sans</vt:lpstr>
      <vt:lpstr>DejaVu Sans</vt:lpstr>
      <vt:lpstr>2_Office 主题​​</vt:lpstr>
      <vt:lpstr>3_Office 主题​​</vt:lpstr>
      <vt:lpstr>PowerPoint 演示文稿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</dc:title>
  <dc:creator>user</dc:creator>
  <cp:keywords>user</cp:keywords>
  <cp:lastModifiedBy>杜哲</cp:lastModifiedBy>
  <cp:revision>4388</cp:revision>
  <dcterms:created xsi:type="dcterms:W3CDTF">2015-06-07T14:37:00Z</dcterms:created>
  <dcterms:modified xsi:type="dcterms:W3CDTF">2026-05-11T17:45:52Z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6B863FF94185418F9270577220F14909_13</vt:lpwstr>
  </property>
</Properties>
</file>