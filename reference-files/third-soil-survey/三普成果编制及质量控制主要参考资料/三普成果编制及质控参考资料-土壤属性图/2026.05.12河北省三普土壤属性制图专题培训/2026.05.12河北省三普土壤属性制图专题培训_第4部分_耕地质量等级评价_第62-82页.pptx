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3"/>
  </p:sldMasterIdLst>
  <p:notesMasterIdLst>
    <p:notesMasterId r:id="rId6"/>
  </p:notesMasterIdLst>
  <p:handoutMasterIdLst>
    <p:handoutMasterId r:id="rId87"/>
  </p:handoutMasterIdLst>
  <p:sldIdLst>
    <p:sldId id="4954" r:id="rId66"/>
    <p:sldId id="5024" r:id="rId67"/>
    <p:sldId id="5025" r:id="rId68"/>
    <p:sldId id="5065" r:id="rId69"/>
    <p:sldId id="5063" r:id="rId70"/>
    <p:sldId id="5068" r:id="rId71"/>
    <p:sldId id="5064" r:id="rId72"/>
    <p:sldId id="5049" r:id="rId73"/>
    <p:sldId id="5050" r:id="rId74"/>
    <p:sldId id="5051" r:id="rId75"/>
    <p:sldId id="5052" r:id="rId76"/>
    <p:sldId id="5053" r:id="rId77"/>
    <p:sldId id="5054" r:id="rId78"/>
    <p:sldId id="5055" r:id="rId79"/>
    <p:sldId id="5056" r:id="rId80"/>
    <p:sldId id="5057" r:id="rId81"/>
    <p:sldId id="5058" r:id="rId82"/>
    <p:sldId id="5059" r:id="rId83"/>
    <p:sldId id="5060" r:id="rId84"/>
    <p:sldId id="5061" r:id="rId85"/>
    <p:sldId id="260" r:id="rId86"/>
  </p:sldIdLst>
  <p:sldSz cx="12192000" cy="6858000"/>
  <p:notesSz cx="6858000" cy="9144000"/>
  <p:custDataLst>
    <p:tags r:id="rId9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rgbClr val="FFFFFF"/>
        </a:solidFill>
        <a:latin typeface="黑体" panose="02010609060101010101" pitchFamily="2" charset="-122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 userDrawn="1">
          <p15:clr>
            <a:srgbClr val="A4A3A4"/>
          </p15:clr>
        </p15:guide>
        <p15:guide id="2" pos="37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lenovo" initials="l" lastIdx="1" clrIdx="0"/>
  <p:cmAuthor id="8" name="姜伟光" initials="姜" lastIdx="1" clrIdx="0"/>
  <p:cmAuthor id="2" name="幸全" initials="幸" lastIdx="1" clrIdx="0"/>
  <p:cmAuthor id="10" name="QXL" initials="Q" lastIdx="1" clrIdx="9"/>
  <p:cmAuthor id="4" name="Administrator" initials="A" lastIdx="4" clrIdx="3"/>
  <p:cmAuthor id="5" name="宋洁然" initials="宋" lastIdx="2" clrIdx="1"/>
  <p:cmAuthor id="6" name="ming qiu" initials="m" lastIdx="17" clrIdx="1"/>
  <p:cmAuthor id="11" name="赵 英男" initials="赵" lastIdx="0" clrIdx="10"/>
  <p:cmAuthor id="12" name="pc" initials="p" lastIdx="0" clrIdx="11"/>
  <p:cmAuthor id="13" name="未知用户1" initials="未知用户1" lastIdx="0" clrIdx="12"/>
  <p:cmAuthor id="14" name="作者" initials="A" lastIdx="0" clrIdx="1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3672B"/>
    <a:srgbClr val="031CD3"/>
    <a:srgbClr val="D4D9EC"/>
    <a:srgbClr val="006837"/>
    <a:srgbClr val="003300"/>
    <a:srgbClr val="003399"/>
    <a:srgbClr val="F4B183"/>
    <a:srgbClr val="8497B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FCC5F4-10F8-4C34-94B3-2F746EA4624A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158D2FC-82A9-49F4-9F96-A96503793A9F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A59A11FF-974B-443C-B1E2-EB6D604ACD84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492EE0-31F5-45E9-9713-E4D97724C36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091571-8370-4508-A104-E5E180EF577E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7F00CD8-C4CF-48BB-BE3E-AF913BAAFD9B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D728B9D-C360-402F-BCE3-508E91CB5E6C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94D1A2D-6F71-4788-8396-FB6345BA6E25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F852C43-CD49-4D0E-BC38-730A8F59DC62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EC44A41-FE20-4091-92DC-D81954CD3507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2B77646-2672-4CFC-A9BC-5AA0FE157C1B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4CF2D6E-34CA-4F23-BE29-B03EC34884E9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8D39689-5E33-467B-96B4-CAC9BE2E588D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D59D52B-BDCA-43AA-9F62-DEBE4DCA54F0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9878" autoAdjust="0"/>
  </p:normalViewPr>
  <p:slideViewPr>
    <p:cSldViewPr snapToGrid="0" showGuides="1">
      <p:cViewPr varScale="1">
        <p:scale>
          <a:sx n="112" d="100"/>
          <a:sy n="112" d="100"/>
        </p:scale>
        <p:origin x="636" y="54"/>
      </p:cViewPr>
      <p:guideLst>
        <p:guide orient="horz" pos="2265"/>
        <p:guide pos="3775"/>
      </p:guideLst>
    </p:cSldViewPr>
  </p:slideViewPr>
  <p:outlineViewPr>
    <p:cViewPr>
      <p:scale>
        <a:sx n="33" d="100"/>
        <a:sy n="33" d="100"/>
      </p:scale>
      <p:origin x="0" y="108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46" d="100"/>
        <a:sy n="46" d="100"/>
      </p:scale>
      <p:origin x="0" y="0"/>
    </p:cViewPr>
  </p:sorterViewPr>
  <p:gridSpacing cx="72008" cy="72008"/>
</p:viewPr>
</file>

<file path=ppt/_rels/presentation.xml.rels><?xml version="1.0" encoding="UTF-8" standalone="yes"?><Relationships xmlns="http://schemas.openxmlformats.org/package/2006/relationships"><Relationship Id="rId92" Type="http://schemas.openxmlformats.org/officeDocument/2006/relationships/tags" Target="tags/tag38.xml"/><Relationship Id="rId91" Type="http://schemas.openxmlformats.org/officeDocument/2006/relationships/commentAuthors" Target="commentAuthors.xml"/><Relationship Id="rId90" Type="http://schemas.openxmlformats.org/officeDocument/2006/relationships/tableStyles" Target="tableStyles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1.xml><?xml version="1.0" encoding="utf-8"?>
<dgm:dataModel xmlns:dgm="http://schemas.openxmlformats.org/drawingml/2006/diagram" xmlns:a="http://schemas.openxmlformats.org/drawingml/2006/main">
  <dgm:ptLst>
    <dgm:pt modelId="{4B0DABD3-1CC2-4F26-955D-4DD956F07363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AE8F9E0-E1D5-48D4-B9AF-A5487A648587}">
      <dgm:prSet phldrT="[文本]" phldr="0" custT="1"/>
      <dgm:spPr>
        <a:solidFill>
          <a:srgbClr val="006837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（</a:t>
          </a:r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一</a:t>
          </a:r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）</a:t>
          </a:r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F720E5-0E9B-490A-8391-104E02608858}" cxnId="{67FC0F94-CF76-46FF-A4D1-276BFD4EFD6D}" type="parTrans">
      <dgm:prSet/>
      <dgm:spPr/>
      <dgm:t>
        <a:bodyPr/>
        <a:lstStyle/>
        <a:p>
          <a:endParaRPr lang="zh-CN" altLang="en-US"/>
        </a:p>
      </dgm:t>
    </dgm:pt>
    <dgm:pt modelId="{E9EBF688-1DAB-4799-985C-011AC1195BD5}" cxnId="{67FC0F94-CF76-46FF-A4D1-276BFD4EFD6D}" type="sibTrans">
      <dgm:prSet/>
      <dgm:spPr/>
      <dgm:t>
        <a:bodyPr/>
        <a:lstStyle/>
        <a:p>
          <a:endParaRPr lang="zh-CN" altLang="en-US"/>
        </a:p>
      </dgm:t>
    </dgm:pt>
    <dgm:pt modelId="{9DD977D2-DB53-4AB5-8904-C2D27A6BBCF2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</a:pPr>
          <a:r>
            <a:rPr lang="en-US" altLang="zh-CN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“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六统一</a:t>
          </a:r>
          <a:r>
            <a:rPr lang="en-US" altLang="zh-CN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”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原则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/>
          </a:r>
          <a:endParaRPr lang="zh-CN" altLang="en-US" sz="3200" b="1" kern="120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j-cs"/>
            <a:sym typeface="+mn-ea"/>
          </a:endParaRPr>
        </a:p>
      </dgm:t>
    </dgm:pt>
    <dgm:pt modelId="{F6F2E1BE-363A-405B-98D5-367BD98E2841}" cxnId="{FA9436D0-5B46-4ADC-8E96-E55BD4C299D0}" type="parTrans">
      <dgm:prSet/>
      <dgm:spPr/>
      <dgm:t>
        <a:bodyPr/>
        <a:lstStyle/>
        <a:p>
          <a:endParaRPr lang="zh-CN" altLang="en-US"/>
        </a:p>
      </dgm:t>
    </dgm:pt>
    <dgm:pt modelId="{4B287DD1-03CB-4256-9DA4-9BA356486DBE}" cxnId="{FA9436D0-5B46-4ADC-8E96-E55BD4C299D0}" type="sibTrans">
      <dgm:prSet/>
      <dgm:spPr/>
      <dgm:t>
        <a:bodyPr/>
        <a:lstStyle/>
        <a:p>
          <a:endParaRPr lang="zh-CN" altLang="en-US"/>
        </a:p>
      </dgm:t>
    </dgm:pt>
    <dgm:pt modelId="{E8328445-BB83-4036-A0F9-F1ECBFCD89BF}">
      <dgm:prSet phldrT="[文本]"/>
      <dgm:spPr>
        <a:solidFill>
          <a:srgbClr val="006837"/>
        </a:solidFill>
      </dgm:spPr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（二）</a:t>
          </a:r>
        </a:p>
      </dgm:t>
    </dgm:pt>
    <dgm:pt modelId="{529B97A8-4865-4CF7-BA72-F0A25EC31475}" cxnId="{84A409C2-A710-4178-8EA9-1CE7C2BDF2FC}" type="parTrans">
      <dgm:prSet/>
      <dgm:spPr/>
      <dgm:t>
        <a:bodyPr/>
        <a:lstStyle/>
        <a:p>
          <a:endParaRPr lang="zh-CN" altLang="en-US"/>
        </a:p>
      </dgm:t>
    </dgm:pt>
    <dgm:pt modelId="{87753A44-6FD5-4DC6-8939-D4910259744F}" cxnId="{84A409C2-A710-4178-8EA9-1CE7C2BDF2FC}" type="sibTrans">
      <dgm:prSet/>
      <dgm:spPr/>
      <dgm:t>
        <a:bodyPr/>
        <a:lstStyle/>
        <a:p>
          <a:endParaRPr lang="zh-CN" altLang="en-US"/>
        </a:p>
      </dgm:t>
    </dgm:pt>
    <dgm:pt modelId="{91FA33EB-BFFA-41F3-AA4F-AE73870575BB}">
      <dgm:prSet phldrT="[文本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</a:pP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成果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的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共性问题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/>
          </a:r>
          <a:endParaRPr lang="zh-CN" altLang="en-US" sz="3200" b="1" kern="120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j-cs"/>
            <a:sym typeface="+mn-ea"/>
          </a:endParaRPr>
        </a:p>
      </dgm:t>
    </dgm:pt>
    <dgm:pt modelId="{44BCE2CA-C35D-4B83-B5F2-D20C3E446D70}" cxnId="{8E38A48F-BE6F-46CA-A553-38943936F49C}" type="parTrans">
      <dgm:prSet/>
      <dgm:spPr/>
      <dgm:t>
        <a:bodyPr/>
        <a:lstStyle/>
        <a:p>
          <a:endParaRPr lang="zh-CN" altLang="en-US"/>
        </a:p>
      </dgm:t>
    </dgm:pt>
    <dgm:pt modelId="{F706B6D0-11DC-49EA-8432-241114633D2D}" cxnId="{8E38A48F-BE6F-46CA-A553-38943936F49C}" type="sibTrans">
      <dgm:prSet/>
      <dgm:spPr/>
      <dgm:t>
        <a:bodyPr/>
        <a:lstStyle/>
        <a:p>
          <a:endParaRPr lang="zh-CN" altLang="en-US"/>
        </a:p>
      </dgm:t>
    </dgm:pt>
    <dgm:pt modelId="{1B101347-7504-4A68-BF16-75294ADA4B0F}" type="pres">
      <dgm:prSet presAssocID="{4B0DABD3-1CC2-4F26-955D-4DD956F07363}" presName="Name0" presStyleCnt="0">
        <dgm:presLayoutVars>
          <dgm:dir/>
          <dgm:animLvl val="lvl"/>
          <dgm:resizeHandles val="exact"/>
        </dgm:presLayoutVars>
      </dgm:prSet>
      <dgm:spPr/>
    </dgm:pt>
    <dgm:pt modelId="{67F5AAC1-7BED-48D0-BDED-386A246153EC}" type="pres">
      <dgm:prSet presAssocID="{3AE8F9E0-E1D5-48D4-B9AF-A5487A648587}" presName="linNode" presStyleCnt="0"/>
      <dgm:spPr/>
    </dgm:pt>
    <dgm:pt modelId="{E8379C1E-362F-49EE-B8DA-0338FF404859}" type="pres">
      <dgm:prSet presAssocID="{3AE8F9E0-E1D5-48D4-B9AF-A5487A648587}" presName="parentText" presStyleLbl="node1" presStyleIdx="0" presStyleCnt="2" custScaleX="92986" custScaleY="17133">
        <dgm:presLayoutVars>
          <dgm:chMax val="1"/>
          <dgm:bulletEnabled val="1"/>
        </dgm:presLayoutVars>
      </dgm:prSet>
      <dgm:spPr/>
    </dgm:pt>
    <dgm:pt modelId="{DF5D5C07-40A8-432F-B8FD-F22EEBCD943F}" type="pres">
      <dgm:prSet presAssocID="{3AE8F9E0-E1D5-48D4-B9AF-A5487A648587}" presName="descendantText" presStyleLbl="alignAccFollowNode1" presStyleIdx="0" presStyleCnt="2" custScaleX="222484" custScaleY="20828">
        <dgm:presLayoutVars>
          <dgm:bulletEnabled val="1"/>
        </dgm:presLayoutVars>
      </dgm:prSet>
      <dgm:spPr/>
    </dgm:pt>
    <dgm:pt modelId="{9EE8962F-F10B-4728-9CF1-C1C5B36C2D58}" type="pres">
      <dgm:prSet presAssocID="{E9EBF688-1DAB-4799-985C-011AC1195BD5}" presName="sp" presStyleCnt="0"/>
      <dgm:spPr/>
    </dgm:pt>
    <dgm:pt modelId="{169E4EDF-1013-4E68-9E9C-1CD16095C2A9}" type="pres">
      <dgm:prSet presAssocID="{E8328445-BB83-4036-A0F9-F1ECBFCD89BF}" presName="linNode" presStyleCnt="0"/>
      <dgm:spPr/>
    </dgm:pt>
    <dgm:pt modelId="{C7F40EFC-B1BA-4715-91F5-9C2883050797}" type="pres">
      <dgm:prSet presAssocID="{E8328445-BB83-4036-A0F9-F1ECBFCD89BF}" presName="parentText" presStyleLbl="node1" presStyleIdx="1" presStyleCnt="2" custScaleX="92986" custScaleY="17133">
        <dgm:presLayoutVars>
          <dgm:chMax val="1"/>
          <dgm:bulletEnabled val="1"/>
        </dgm:presLayoutVars>
      </dgm:prSet>
      <dgm:spPr/>
    </dgm:pt>
    <dgm:pt modelId="{D55DE490-8F3F-4CE3-931A-3CD41A02B329}" type="pres">
      <dgm:prSet presAssocID="{E8328445-BB83-4036-A0F9-F1ECBFCD89BF}" presName="descendantText" presStyleLbl="alignAccFollowNode1" presStyleIdx="1" presStyleCnt="2" custScaleX="222484" custScaleY="20828">
        <dgm:presLayoutVars>
          <dgm:bulletEnabled val="1"/>
        </dgm:presLayoutVars>
      </dgm:prSet>
      <dgm:spPr/>
    </dgm:pt>
  </dgm:ptLst>
  <dgm:cxnLst>
    <dgm:cxn modelId="{67FC0F94-CF76-46FF-A4D1-276BFD4EFD6D}" srcId="{4B0DABD3-1CC2-4F26-955D-4DD956F07363}" destId="{3AE8F9E0-E1D5-48D4-B9AF-A5487A648587}" srcOrd="0" destOrd="0" parTransId="{A9F720E5-0E9B-490A-8391-104E02608858}" sibTransId="{E9EBF688-1DAB-4799-985C-011AC1195BD5}"/>
    <dgm:cxn modelId="{FA9436D0-5B46-4ADC-8E96-E55BD4C299D0}" srcId="{3AE8F9E0-E1D5-48D4-B9AF-A5487A648587}" destId="{9DD977D2-DB53-4AB5-8904-C2D27A6BBCF2}" srcOrd="0" destOrd="0" parTransId="{F6F2E1BE-363A-405B-98D5-367BD98E2841}" sibTransId="{4B287DD1-03CB-4256-9DA4-9BA356486DBE}"/>
    <dgm:cxn modelId="{84A409C2-A710-4178-8EA9-1CE7C2BDF2FC}" srcId="{4B0DABD3-1CC2-4F26-955D-4DD956F07363}" destId="{E8328445-BB83-4036-A0F9-F1ECBFCD89BF}" srcOrd="1" destOrd="0" parTransId="{529B97A8-4865-4CF7-BA72-F0A25EC31475}" sibTransId="{87753A44-6FD5-4DC6-8939-D4910259744F}"/>
    <dgm:cxn modelId="{8E38A48F-BE6F-46CA-A553-38943936F49C}" srcId="{E8328445-BB83-4036-A0F9-F1ECBFCD89BF}" destId="{91FA33EB-BFFA-41F3-AA4F-AE73870575BB}" srcOrd="0" destOrd="1" parTransId="{44BCE2CA-C35D-4B83-B5F2-D20C3E446D70}" sibTransId="{F706B6D0-11DC-49EA-8432-241114633D2D}"/>
    <dgm:cxn modelId="{E368C9A6-2D93-4C4F-952C-7250D0513F06}" type="presOf" srcId="{4B0DABD3-1CC2-4F26-955D-4DD956F07363}" destId="{1B101347-7504-4A68-BF16-75294ADA4B0F}" srcOrd="0" destOrd="0" presId="urn:microsoft.com/office/officeart/2005/8/layout/vList5"/>
    <dgm:cxn modelId="{36D300ED-6F79-4C29-B106-077172775C53}" type="presParOf" srcId="{1B101347-7504-4A68-BF16-75294ADA4B0F}" destId="{67F5AAC1-7BED-48D0-BDED-386A246153EC}" srcOrd="0" destOrd="0" presId="urn:microsoft.com/office/officeart/2005/8/layout/vList5"/>
    <dgm:cxn modelId="{3EA784C8-6773-4EC4-AF8F-DEA19265A560}" type="presParOf" srcId="{67F5AAC1-7BED-48D0-BDED-386A246153EC}" destId="{E8379C1E-362F-49EE-B8DA-0338FF404859}" srcOrd="0" destOrd="0" presId="urn:microsoft.com/office/officeart/2005/8/layout/vList5"/>
    <dgm:cxn modelId="{D196E64C-8080-42D1-B8CD-C7BDADA2E2BF}" type="presOf" srcId="{3AE8F9E0-E1D5-48D4-B9AF-A5487A648587}" destId="{E8379C1E-362F-49EE-B8DA-0338FF404859}" srcOrd="0" destOrd="0" presId="urn:microsoft.com/office/officeart/2005/8/layout/vList5"/>
    <dgm:cxn modelId="{D5484E76-5D30-44FD-955C-138A4B29B17E}" type="presParOf" srcId="{67F5AAC1-7BED-48D0-BDED-386A246153EC}" destId="{DF5D5C07-40A8-432F-B8FD-F22EEBCD943F}" srcOrd="1" destOrd="0" presId="urn:microsoft.com/office/officeart/2005/8/layout/vList5"/>
    <dgm:cxn modelId="{8E067038-9302-4703-8E8D-A0504DAFF5BA}" type="presOf" srcId="{9DD977D2-DB53-4AB5-8904-C2D27A6BBCF2}" destId="{DF5D5C07-40A8-432F-B8FD-F22EEBCD943F}" srcOrd="0" destOrd="0" presId="urn:microsoft.com/office/officeart/2005/8/layout/vList5"/>
    <dgm:cxn modelId="{E5D731D9-7675-438A-936F-80E359835D4C}" type="presParOf" srcId="{1B101347-7504-4A68-BF16-75294ADA4B0F}" destId="{9EE8962F-F10B-4728-9CF1-C1C5B36C2D58}" srcOrd="1" destOrd="0" presId="urn:microsoft.com/office/officeart/2005/8/layout/vList5"/>
    <dgm:cxn modelId="{235B22FB-4DF2-4FEC-831B-068F1A00AF06}" type="presParOf" srcId="{1B101347-7504-4A68-BF16-75294ADA4B0F}" destId="{169E4EDF-1013-4E68-9E9C-1CD16095C2A9}" srcOrd="2" destOrd="0" presId="urn:microsoft.com/office/officeart/2005/8/layout/vList5"/>
    <dgm:cxn modelId="{6ABDCFA3-1554-42FD-97C4-DEA14F750CD0}" type="presParOf" srcId="{169E4EDF-1013-4E68-9E9C-1CD16095C2A9}" destId="{C7F40EFC-B1BA-4715-91F5-9C2883050797}" srcOrd="0" destOrd="2" presId="urn:microsoft.com/office/officeart/2005/8/layout/vList5"/>
    <dgm:cxn modelId="{44E99006-5E9D-4CAC-BDCA-9187B53ABFF8}" type="presOf" srcId="{E8328445-BB83-4036-A0F9-F1ECBFCD89BF}" destId="{C7F40EFC-B1BA-4715-91F5-9C2883050797}" srcOrd="0" destOrd="0" presId="urn:microsoft.com/office/officeart/2005/8/layout/vList5"/>
    <dgm:cxn modelId="{8159918F-5CD2-41FD-84B4-17FEFDE63DFC}" type="presParOf" srcId="{169E4EDF-1013-4E68-9E9C-1CD16095C2A9}" destId="{D55DE490-8F3F-4CE3-931A-3CD41A02B329}" srcOrd="1" destOrd="2" presId="urn:microsoft.com/office/officeart/2005/8/layout/vList5"/>
    <dgm:cxn modelId="{00E120E7-711A-4DC1-AF51-DF0836DDF90A}" type="presOf" srcId="{91FA33EB-BFFA-41F3-AA4F-AE73870575BB}" destId="{D55DE490-8F3F-4CE3-931A-3CD41A02B32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8037E15-11BB-4AF3-8CDF-9E95AF529EE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1FC6C2-B3D8-40C8-B0C4-85DBCBD1C639}">
      <dgm:prSet phldrT="[文本]" phldr="0" custT="1"/>
      <dgm:spPr>
        <a:xfrm rot="5400000">
          <a:off x="-238851" y="239239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r>
            <a:rPr 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AF828B3-934E-4370-B663-3E2D012244CA}" cxnId="{D78B4FBD-01B1-440B-8676-F4375844CEAF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D3645590-8DC3-448E-B73F-2432666F769B}" cxnId="{D78B4FBD-01B1-440B-8676-F4375844CEAF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9E9C108-667D-4F5F-BE83-11AAFADF1975}">
      <dgm:prSet phldrT="[文本]" phldr="0" custT="1"/>
      <dgm:spPr>
        <a:xfrm rot="5400000">
          <a:off x="3661495" y="-2553259"/>
          <a:ext cx="1035022" cy="6166101"/>
        </a:xfrm>
        <a:prstGeom prst="round2SameRect">
          <a:avLst/>
        </a:prstGeom>
      </dgm:spPr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耕评数据</a:t>
          </a: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343701AB-D222-4BFE-A1BE-768E40306F9A}" cxnId="{0A5E5FCB-FC5E-428E-B6FD-8AF984B5CA17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A778F8E2-C393-477F-BCFD-76646F350BFD}" cxnId="{0A5E5FCB-FC5E-428E-B6FD-8AF984B5CA17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A1656AD-EA56-4C05-9BF7-DBC88649E346}">
      <dgm:prSet phldrT="[文本]" phldr="0" custT="1"/>
      <dgm:spPr>
        <a:xfrm rot="5400000">
          <a:off x="-238851" y="1637240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r>
            <a:rPr 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B372F35A-B45E-4E38-A1C5-D9BD3F2F4AB0}" cxnId="{E8136D86-5E5C-40B7-AD0D-6F9D9997F5D0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2AA897A8-0AB1-4196-B2A8-977E36AEF17A}" cxnId="{E8136D86-5E5C-40B7-AD0D-6F9D9997F5D0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ED69F506-31DE-41C6-BBB1-9B4A8E6FA037}">
      <dgm:prSet phldrT="[文本]" phldr="0" custT="1"/>
      <dgm:spPr>
        <a:xfrm rot="5400000">
          <a:off x="3680179" y="-1167150"/>
          <a:ext cx="1035022" cy="6166101"/>
        </a:xfrm>
        <a:prstGeom prst="round2SameRect">
          <a:avLst/>
        </a:prstGeom>
      </dgm:spPr>
      <dgm:t>
        <a:bodyPr vert="horz" wrap="square"/>
        <a:p>
          <a:pPr marR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图件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成果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0A6FE80F-84E2-4ECE-8754-6EA412D357B8}" cxnId="{EDB05E04-E9B8-42ED-88C4-BE4A11BB5524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7A7CA9C2-5BD1-4BDB-B3B2-F3108C862EA7}" cxnId="{EDB05E04-E9B8-42ED-88C4-BE4A11BB5524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073656B0-3B61-43F7-A6F6-69B19F7A15CE}">
      <dgm:prSet phldrT="[文本]" phldr="0" custT="1"/>
      <dgm:spPr>
        <a:xfrm rot="5400000">
          <a:off x="-238851" y="3035241"/>
          <a:ext cx="1592341" cy="1114639"/>
        </a:xfrm>
        <a:prstGeom prst="chevron">
          <a:avLst/>
        </a:prstGeom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r>
            <a:rPr 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62E14F54-2AE2-4837-A752-A74550A5D85A}" cxnId="{7E5F713D-4816-4016-BE97-4B47D11D46D0}" type="parTrans">
      <dgm:prSet/>
      <dgm:spPr/>
      <dgm:t>
        <a:bodyPr/>
        <a:lstStyle/>
        <a:p>
          <a:pPr algn="ctr"/>
          <a:endParaRPr lang="zh-CN" altLang="en-US" sz="2800"/>
        </a:p>
      </dgm:t>
    </dgm:pt>
    <dgm:pt modelId="{CC7AE748-D45B-41FA-A1DE-A42676E802D5}" cxnId="{7E5F713D-4816-4016-BE97-4B47D11D46D0}" type="sibTrans">
      <dgm:prSet/>
      <dgm:spPr/>
      <dgm:t>
        <a:bodyPr/>
        <a:lstStyle/>
        <a:p>
          <a:pPr algn="ctr"/>
          <a:endParaRPr lang="zh-CN" altLang="en-US" sz="2800"/>
        </a:p>
      </dgm:t>
    </dgm:pt>
    <dgm:pt modelId="{BE1C3A7F-D006-4BC1-BA3E-7B9B72431ED5}">
      <dgm:prSet phldr="0" custT="1"/>
      <dgm:spPr/>
      <dgm:t>
        <a:bodyPr vert="horz" wrap="square"/>
        <a:p>
          <a:pPr marR="0" algn="l" defTabSz="14224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</a:pP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报告编制</a:t>
          </a:r>
          <a:r>
            <a:rPr lang="zh-CN" alt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/>
          </a:r>
          <a:endParaRPr lang="zh-CN" alt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gm:t>
    </dgm:pt>
    <dgm:pt modelId="{50A0EB49-A7CB-492F-BA59-9338CEA4507E}" cxnId="{9D5C5941-74FC-4E33-8D26-BEEACA3D82B7}" type="parTrans">
      <dgm:prSet/>
      <dgm:spPr/>
      <dgm:t>
        <a:bodyPr/>
        <a:lstStyle/>
        <a:p>
          <a:endParaRPr lang="zh-CN" altLang="en-US" sz="2800"/>
        </a:p>
      </dgm:t>
    </dgm:pt>
    <dgm:pt modelId="{D677D4AF-3FA1-444B-BFB2-A2A0F83BF5A9}" cxnId="{9D5C5941-74FC-4E33-8D26-BEEACA3D82B7}" type="sibTrans">
      <dgm:prSet/>
      <dgm:spPr/>
      <dgm:t>
        <a:bodyPr/>
        <a:lstStyle/>
        <a:p>
          <a:endParaRPr lang="zh-CN" altLang="en-US" sz="2800"/>
        </a:p>
      </dgm:t>
    </dgm:pt>
    <dgm:pt modelId="{412A8F67-C196-403C-B4DB-45F1A5CD10DD}" type="pres">
      <dgm:prSet presAssocID="{F8037E15-11BB-4AF3-8CDF-9E95AF529EE2}" presName="linearFlow" presStyleCnt="0">
        <dgm:presLayoutVars>
          <dgm:dir/>
          <dgm:animLvl val="lvl"/>
          <dgm:resizeHandles val="exact"/>
        </dgm:presLayoutVars>
      </dgm:prSet>
      <dgm:spPr/>
    </dgm:pt>
    <dgm:pt modelId="{9F504897-DCC8-4007-A171-7041D634763E}" type="pres">
      <dgm:prSet presAssocID="{791FC6C2-B3D8-40C8-B0C4-85DBCBD1C639}" presName="composite" presStyleCnt="0"/>
      <dgm:spPr/>
    </dgm:pt>
    <dgm:pt modelId="{A7795317-BFF2-4AF9-A14B-522A45B5001D}" type="pres">
      <dgm:prSet presAssocID="{791FC6C2-B3D8-40C8-B0C4-85DBCBD1C6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0FB9E80-A787-4718-9711-691D63B22158}" type="pres">
      <dgm:prSet presAssocID="{791FC6C2-B3D8-40C8-B0C4-85DBCBD1C639}" presName="descendantText" presStyleLbl="alignAcc1" presStyleIdx="0" presStyleCnt="3" custLinFactNeighborX="-96" custLinFactNeighborY="1149">
        <dgm:presLayoutVars>
          <dgm:bulletEnabled val="1"/>
        </dgm:presLayoutVars>
      </dgm:prSet>
      <dgm:spPr/>
    </dgm:pt>
    <dgm:pt modelId="{F8D2028E-7608-48D7-827C-DB5477A18C75}" type="pres">
      <dgm:prSet presAssocID="{D3645590-8DC3-448E-B73F-2432666F769B}" presName="sp" presStyleCnt="0"/>
      <dgm:spPr/>
    </dgm:pt>
    <dgm:pt modelId="{0549A8D3-44C8-43DA-B312-87CB88E34B9E}" type="pres">
      <dgm:prSet presAssocID="{0A1656AD-EA56-4C05-9BF7-DBC88649E346}" presName="composite" presStyleCnt="0"/>
      <dgm:spPr/>
    </dgm:pt>
    <dgm:pt modelId="{05C38334-F6BF-4771-9302-A0EC21B3E040}" type="pres">
      <dgm:prSet presAssocID="{0A1656AD-EA56-4C05-9BF7-DBC88649E34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2382F1DC-A483-4936-9344-37B06EB07AC4}" type="pres">
      <dgm:prSet presAssocID="{0A1656AD-EA56-4C05-9BF7-DBC88649E346}" presName="descendantText" presStyleLbl="alignAcc1" presStyleIdx="1" presStyleCnt="3" custLinFactNeighborX="-212" custLinFactNeighborY="-583">
        <dgm:presLayoutVars>
          <dgm:bulletEnabled val="1"/>
        </dgm:presLayoutVars>
      </dgm:prSet>
      <dgm:spPr/>
    </dgm:pt>
    <dgm:pt modelId="{CCB9EDCE-9A3F-494E-A4EA-9C0960EBCF55}" type="pres">
      <dgm:prSet presAssocID="{2AA897A8-0AB1-4196-B2A8-977E36AEF17A}" presName="sp" presStyleCnt="0"/>
      <dgm:spPr/>
    </dgm:pt>
    <dgm:pt modelId="{23FB4795-A552-4495-86B2-D29E727AD1B5}" type="pres">
      <dgm:prSet presAssocID="{073656B0-3B61-43F7-A6F6-69B19F7A15CE}" presName="composite" presStyleCnt="0"/>
      <dgm:spPr/>
    </dgm:pt>
    <dgm:pt modelId="{E298E9F1-0C48-415A-A06C-D2A84E3DD19E}" type="pres">
      <dgm:prSet presAssocID="{073656B0-3B61-43F7-A6F6-69B19F7A15C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F7BC277-1A9D-4B9E-B8AC-FB958A120EE0}" type="pres">
      <dgm:prSet presAssocID="{073656B0-3B61-43F7-A6F6-69B19F7A15CE}" presName="descendantText" presStyleLbl="alignAcc1" presStyleIdx="2" presStyleCnt="3" custLinFactNeighborX="330">
        <dgm:presLayoutVars>
          <dgm:bulletEnabled val="1"/>
        </dgm:presLayoutVars>
      </dgm:prSet>
      <dgm:spPr>
        <a:prstGeom prst="round2SameRect">
          <a:avLst/>
        </a:prstGeom>
      </dgm:spPr>
    </dgm:pt>
  </dgm:ptLst>
  <dgm:cxnLst>
    <dgm:cxn modelId="{D78B4FBD-01B1-440B-8676-F4375844CEAF}" srcId="{F8037E15-11BB-4AF3-8CDF-9E95AF529EE2}" destId="{791FC6C2-B3D8-40C8-B0C4-85DBCBD1C639}" srcOrd="0" destOrd="0" parTransId="{3AF828B3-934E-4370-B663-3E2D012244CA}" sibTransId="{D3645590-8DC3-448E-B73F-2432666F769B}"/>
    <dgm:cxn modelId="{0A5E5FCB-FC5E-428E-B6FD-8AF984B5CA17}" srcId="{791FC6C2-B3D8-40C8-B0C4-85DBCBD1C639}" destId="{09E9C108-667D-4F5F-BE83-11AAFADF1975}" srcOrd="0" destOrd="0" parTransId="{343701AB-D222-4BFE-A1BE-768E40306F9A}" sibTransId="{A778F8E2-C393-477F-BCFD-76646F350BFD}"/>
    <dgm:cxn modelId="{E8136D86-5E5C-40B7-AD0D-6F9D9997F5D0}" srcId="{F8037E15-11BB-4AF3-8CDF-9E95AF529EE2}" destId="{0A1656AD-EA56-4C05-9BF7-DBC88649E346}" srcOrd="1" destOrd="0" parTransId="{B372F35A-B45E-4E38-A1C5-D9BD3F2F4AB0}" sibTransId="{2AA897A8-0AB1-4196-B2A8-977E36AEF17A}"/>
    <dgm:cxn modelId="{EDB05E04-E9B8-42ED-88C4-BE4A11BB5524}" srcId="{0A1656AD-EA56-4C05-9BF7-DBC88649E346}" destId="{ED69F506-31DE-41C6-BBB1-9B4A8E6FA037}" srcOrd="0" destOrd="1" parTransId="{0A6FE80F-84E2-4ECE-8754-6EA412D357B8}" sibTransId="{7A7CA9C2-5BD1-4BDB-B3B2-F3108C862EA7}"/>
    <dgm:cxn modelId="{7E5F713D-4816-4016-BE97-4B47D11D46D0}" srcId="{F8037E15-11BB-4AF3-8CDF-9E95AF529EE2}" destId="{073656B0-3B61-43F7-A6F6-69B19F7A15CE}" srcOrd="2" destOrd="0" parTransId="{62E14F54-2AE2-4837-A752-A74550A5D85A}" sibTransId="{CC7AE748-D45B-41FA-A1DE-A42676E802D5}"/>
    <dgm:cxn modelId="{9D5C5941-74FC-4E33-8D26-BEEACA3D82B7}" srcId="{073656B0-3B61-43F7-A6F6-69B19F7A15CE}" destId="{BE1C3A7F-D006-4BC1-BA3E-7B9B72431ED5}" srcOrd="0" destOrd="2" parTransId="{50A0EB49-A7CB-492F-BA59-9338CEA4507E}" sibTransId="{D677D4AF-3FA1-444B-BFB2-A2A0F83BF5A9}"/>
    <dgm:cxn modelId="{2F9B78C6-70EB-4C23-AE49-C76C1A22DB57}" type="presOf" srcId="{F8037E15-11BB-4AF3-8CDF-9E95AF529EE2}" destId="{412A8F67-C196-403C-B4DB-45F1A5CD10DD}" srcOrd="0" destOrd="0" presId="urn:microsoft.com/office/officeart/2005/8/layout/chevron2"/>
    <dgm:cxn modelId="{14F9C464-8165-45DC-A33C-81225052F254}" type="presParOf" srcId="{412A8F67-C196-403C-B4DB-45F1A5CD10DD}" destId="{9F504897-DCC8-4007-A171-7041D634763E}" srcOrd="0" destOrd="0" presId="urn:microsoft.com/office/officeart/2005/8/layout/chevron2"/>
    <dgm:cxn modelId="{96F36804-BEEA-455C-BDA8-99D42326E970}" type="presParOf" srcId="{9F504897-DCC8-4007-A171-7041D634763E}" destId="{A7795317-BFF2-4AF9-A14B-522A45B5001D}" srcOrd="0" destOrd="0" presId="urn:microsoft.com/office/officeart/2005/8/layout/chevron2"/>
    <dgm:cxn modelId="{1E19263C-48B1-4C7A-813D-9D4608F3701B}" type="presOf" srcId="{791FC6C2-B3D8-40C8-B0C4-85DBCBD1C639}" destId="{A7795317-BFF2-4AF9-A14B-522A45B5001D}" srcOrd="0" destOrd="0" presId="urn:microsoft.com/office/officeart/2005/8/layout/chevron2"/>
    <dgm:cxn modelId="{05463307-8A60-4AAA-AFFE-32DDBA34F335}" type="presParOf" srcId="{9F504897-DCC8-4007-A171-7041D634763E}" destId="{20FB9E80-A787-4718-9711-691D63B22158}" srcOrd="1" destOrd="0" presId="urn:microsoft.com/office/officeart/2005/8/layout/chevron2"/>
    <dgm:cxn modelId="{2F90B727-E0AE-424F-919B-F2A5C24B2EFB}" type="presOf" srcId="{09E9C108-667D-4F5F-BE83-11AAFADF1975}" destId="{20FB9E80-A787-4718-9711-691D63B22158}" srcOrd="0" destOrd="0" presId="urn:microsoft.com/office/officeart/2005/8/layout/chevron2"/>
    <dgm:cxn modelId="{9BD085F9-AB77-4972-8B7E-142B49348E36}" type="presParOf" srcId="{412A8F67-C196-403C-B4DB-45F1A5CD10DD}" destId="{F8D2028E-7608-48D7-827C-DB5477A18C75}" srcOrd="1" destOrd="0" presId="urn:microsoft.com/office/officeart/2005/8/layout/chevron2"/>
    <dgm:cxn modelId="{7E114C83-8739-4B83-941B-8AB8FF776D2A}" type="presOf" srcId="{D3645590-8DC3-448E-B73F-2432666F769B}" destId="{F8D2028E-7608-48D7-827C-DB5477A18C75}" srcOrd="0" destOrd="0" presId="urn:microsoft.com/office/officeart/2005/8/layout/chevron2"/>
    <dgm:cxn modelId="{12937E67-109A-4C37-953F-DD5529795335}" type="presParOf" srcId="{412A8F67-C196-403C-B4DB-45F1A5CD10DD}" destId="{0549A8D3-44C8-43DA-B312-87CB88E34B9E}" srcOrd="2" destOrd="0" presId="urn:microsoft.com/office/officeart/2005/8/layout/chevron2"/>
    <dgm:cxn modelId="{006BF811-3D16-43F5-A73E-9682BF09F899}" type="presParOf" srcId="{0549A8D3-44C8-43DA-B312-87CB88E34B9E}" destId="{05C38334-F6BF-4771-9302-A0EC21B3E040}" srcOrd="0" destOrd="2" presId="urn:microsoft.com/office/officeart/2005/8/layout/chevron2"/>
    <dgm:cxn modelId="{ED20B994-38E2-4A09-B813-AD95DEDEAA85}" type="presOf" srcId="{0A1656AD-EA56-4C05-9BF7-DBC88649E346}" destId="{05C38334-F6BF-4771-9302-A0EC21B3E040}" srcOrd="0" destOrd="0" presId="urn:microsoft.com/office/officeart/2005/8/layout/chevron2"/>
    <dgm:cxn modelId="{B1884FC3-5EFA-47AF-9651-8C5CA813BCB8}" type="presParOf" srcId="{0549A8D3-44C8-43DA-B312-87CB88E34B9E}" destId="{2382F1DC-A483-4936-9344-37B06EB07AC4}" srcOrd="1" destOrd="2" presId="urn:microsoft.com/office/officeart/2005/8/layout/chevron2"/>
    <dgm:cxn modelId="{9DF06A0D-720C-4226-9A31-DBCE74FF7861}" type="presOf" srcId="{ED69F506-31DE-41C6-BBB1-9B4A8E6FA037}" destId="{2382F1DC-A483-4936-9344-37B06EB07AC4}" srcOrd="0" destOrd="0" presId="urn:microsoft.com/office/officeart/2005/8/layout/chevron2"/>
    <dgm:cxn modelId="{6D6D4BD5-022C-4805-A9E7-C21AD3E6273D}" type="presParOf" srcId="{412A8F67-C196-403C-B4DB-45F1A5CD10DD}" destId="{CCB9EDCE-9A3F-494E-A4EA-9C0960EBCF55}" srcOrd="3" destOrd="0" presId="urn:microsoft.com/office/officeart/2005/8/layout/chevron2"/>
    <dgm:cxn modelId="{C342D6AF-52B8-48FC-804A-83A2252620E8}" type="presOf" srcId="{2AA897A8-0AB1-4196-B2A8-977E36AEF17A}" destId="{CCB9EDCE-9A3F-494E-A4EA-9C0960EBCF55}" srcOrd="0" destOrd="0" presId="urn:microsoft.com/office/officeart/2005/8/layout/chevron2"/>
    <dgm:cxn modelId="{7FF77AC9-B94A-43A1-90C8-E7A60658953C}" type="presParOf" srcId="{412A8F67-C196-403C-B4DB-45F1A5CD10DD}" destId="{23FB4795-A552-4495-86B2-D29E727AD1B5}" srcOrd="4" destOrd="0" presId="urn:microsoft.com/office/officeart/2005/8/layout/chevron2"/>
    <dgm:cxn modelId="{B3FC8B64-96F3-4F8E-8834-ADE3980EBBFE}" type="presParOf" srcId="{23FB4795-A552-4495-86B2-D29E727AD1B5}" destId="{E298E9F1-0C48-415A-A06C-D2A84E3DD19E}" srcOrd="0" destOrd="4" presId="urn:microsoft.com/office/officeart/2005/8/layout/chevron2"/>
    <dgm:cxn modelId="{F2280134-8586-4D70-B19F-6B1562BA7E40}" type="presOf" srcId="{073656B0-3B61-43F7-A6F6-69B19F7A15CE}" destId="{E298E9F1-0C48-415A-A06C-D2A84E3DD19E}" srcOrd="0" destOrd="0" presId="urn:microsoft.com/office/officeart/2005/8/layout/chevron2"/>
    <dgm:cxn modelId="{237D0D34-FB9A-498C-B7F6-F2994C39F733}" type="presParOf" srcId="{23FB4795-A552-4495-86B2-D29E727AD1B5}" destId="{1F7BC277-1A9D-4B9E-B8AC-FB958A120EE0}" srcOrd="1" destOrd="4" presId="urn:microsoft.com/office/officeart/2005/8/layout/chevron2"/>
    <dgm:cxn modelId="{E93D0CA1-B774-434E-8CB5-186A5353C6D9}" type="presOf" srcId="{BE1C3A7F-D006-4BC1-BA3E-7B9B72431ED5}" destId="{1F7BC277-1A9D-4B9E-B8AC-FB958A120EE0}" srcOrd="0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217160" cy="5206365"/>
        <a:chOff x="0" y="0"/>
        <a:chExt cx="5217160" cy="5206365"/>
      </a:xfrm>
    </dsp:grpSpPr>
    <dsp:sp modelId="{DF5D5C07-40A8-432F-B8FD-F22EEBCD943F}">
      <dsp:nvSpPr>
        <dsp:cNvPr id="4" name="同侧圆角矩形 3"/>
        <dsp:cNvSpPr/>
      </dsp:nvSpPr>
      <dsp:spPr bwMode="white">
        <a:xfrm rot="5400000">
          <a:off x="2671357" y="-85030"/>
          <a:ext cx="867505" cy="4224100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lang="en-US" altLang="zh-CN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“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六统一</a:t>
          </a:r>
          <a:r>
            <a:rPr lang="en-US" altLang="zh-CN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”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原则</a:t>
          </a:r>
          <a:endParaRPr lang="zh-CN" altLang="en-US" sz="3200" b="1" kern="120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j-cs"/>
            <a:sym typeface="+mn-ea"/>
          </a:endParaRPr>
        </a:p>
      </dsp:txBody>
      <dsp:txXfrm rot="5400000">
        <a:off x="2671357" y="-85030"/>
        <a:ext cx="867505" cy="4224100"/>
      </dsp:txXfrm>
    </dsp:sp>
    <dsp:sp modelId="{E8379C1E-362F-49EE-B8DA-0338FF404859}">
      <dsp:nvSpPr>
        <dsp:cNvPr id="3" name="圆角矩形 2"/>
        <dsp:cNvSpPr/>
      </dsp:nvSpPr>
      <dsp:spPr bwMode="white">
        <a:xfrm>
          <a:off x="0" y="1581017"/>
          <a:ext cx="993060" cy="892007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45719" rIns="91439" bIns="45719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（</a:t>
          </a:r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一</a:t>
          </a:r>
          <a:r>
            <a: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）</a:t>
          </a:r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581017"/>
        <a:ext cx="993060" cy="892007"/>
      </dsp:txXfrm>
    </dsp:sp>
    <dsp:sp modelId="{D55DE490-8F3F-4CE3-931A-3CD41A02B329}">
      <dsp:nvSpPr>
        <dsp:cNvPr id="6" name="同侧圆角矩形 5"/>
        <dsp:cNvSpPr/>
      </dsp:nvSpPr>
      <dsp:spPr bwMode="white">
        <a:xfrm rot="5400000">
          <a:off x="2671357" y="1067295"/>
          <a:ext cx="867505" cy="4224100"/>
        </a:xfrm>
        <a:prstGeom prst="round2Same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21920" tIns="60960" rIns="121920" bIns="6096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ctr">
            <a:lnSpc>
              <a:spcPct val="100000"/>
            </a:lnSpc>
            <a:spcBef>
              <a:spcPct val="0"/>
            </a:spcBef>
            <a:spcAft>
              <a:spcPct val="15000"/>
            </a:spcAft>
            <a:buFontTx/>
            <a:buChar char="•"/>
          </a:pP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成果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的</a:t>
          </a:r>
          <a:r>
            <a:rPr lang="zh-CN" altLang="en-US" sz="3200" b="1" kern="12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rPr>
            <a:t>共性问题</a:t>
          </a:r>
          <a:endParaRPr lang="zh-CN" altLang="en-US" sz="3200" b="1" kern="120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j-cs"/>
            <a:sym typeface="+mn-ea"/>
          </a:endParaRPr>
        </a:p>
      </dsp:txBody>
      <dsp:txXfrm rot="5400000">
        <a:off x="2671357" y="1067295"/>
        <a:ext cx="867505" cy="4224100"/>
      </dsp:txXfrm>
    </dsp:sp>
    <dsp:sp modelId="{C7F40EFC-B1BA-4715-91F5-9C2883050797}">
      <dsp:nvSpPr>
        <dsp:cNvPr id="5" name="圆角矩形 4"/>
        <dsp:cNvSpPr/>
      </dsp:nvSpPr>
      <dsp:spPr bwMode="white">
        <a:xfrm>
          <a:off x="0" y="2733342"/>
          <a:ext cx="993060" cy="892007"/>
        </a:xfrm>
        <a:prstGeom prst="roundRect">
          <a:avLst/>
        </a:prstGeom>
        <a:solidFill>
          <a:srgbClr val="006837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2870" tIns="51435" rIns="102870" bIns="5143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（二）</a:t>
          </a:r>
        </a:p>
      </dsp:txBody>
      <dsp:txXfrm>
        <a:off x="0" y="2733342"/>
        <a:ext cx="993060" cy="89200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284345" cy="4806315"/>
        <a:chOff x="0" y="0"/>
        <a:chExt cx="4284345" cy="4806315"/>
      </a:xfrm>
    </dsp:grpSpPr>
    <dsp:sp modelId="{A7795317-BFF2-4AF9-A14B-522A45B5001D}">
      <dsp:nvSpPr>
        <dsp:cNvPr id="3" name="燕尾形 2"/>
        <dsp:cNvSpPr/>
      </dsp:nvSpPr>
      <dsp:spPr bwMode="white">
        <a:xfrm rot="5400000">
          <a:off x="-259605" y="259605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dirty="0">
              <a:latin typeface="Calibri" panose="020F0502020204030204"/>
              <a:ea typeface="微软雅黑" panose="020B0503020204020204" pitchFamily="34" charset="-122"/>
              <a:cs typeface="+mn-cs"/>
            </a:rPr>
            <a:t>1</a:t>
          </a:r>
          <a:endParaRPr lang="en-US" sz="2800" b="1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259605"/>
        <a:ext cx="1730700" cy="1211490"/>
      </dsp:txXfrm>
    </dsp:sp>
    <dsp:sp modelId="{20FB9E80-A787-4718-9711-691D63B22158}">
      <dsp:nvSpPr>
        <dsp:cNvPr id="4" name="同侧圆角矩形 3"/>
        <dsp:cNvSpPr/>
      </dsp:nvSpPr>
      <dsp:spPr bwMode="white">
        <a:xfrm rot="5400000">
          <a:off x="2182490" y="-961024"/>
          <a:ext cx="1124955" cy="307285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耕评数据</a:t>
          </a:r>
          <a:endParaRPr lang="zh-CN" altLang="en-US" sz="28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2182490" y="-961024"/>
        <a:ext cx="1124955" cy="3072855"/>
      </dsp:txXfrm>
    </dsp:sp>
    <dsp:sp modelId="{05C38334-F6BF-4771-9302-A0EC21B3E040}">
      <dsp:nvSpPr>
        <dsp:cNvPr id="5" name="燕尾形 4"/>
        <dsp:cNvSpPr/>
      </dsp:nvSpPr>
      <dsp:spPr bwMode="white">
        <a:xfrm rot="5400000">
          <a:off x="-259605" y="1797413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2</a:t>
          </a:r>
          <a:endParaRPr 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1797413"/>
        <a:ext cx="1730700" cy="1211490"/>
      </dsp:txXfrm>
    </dsp:sp>
    <dsp:sp modelId="{2382F1DC-A483-4936-9344-37B06EB07AC4}">
      <dsp:nvSpPr>
        <dsp:cNvPr id="6" name="同侧圆角矩形 5"/>
        <dsp:cNvSpPr/>
      </dsp:nvSpPr>
      <dsp:spPr bwMode="white">
        <a:xfrm rot="5400000">
          <a:off x="2178926" y="557299"/>
          <a:ext cx="1124955" cy="307285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marR="0" lvl="1" indent="-28575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图件</a:t>
          </a: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成果</a:t>
          </a:r>
          <a:endParaRPr lang="zh-CN" altLang="en-US" sz="2800" b="1" kern="1200" dirty="0">
            <a:solidFill>
              <a:schemeClr val="dk1"/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2178926" y="557299"/>
        <a:ext cx="1124955" cy="3072855"/>
      </dsp:txXfrm>
    </dsp:sp>
    <dsp:sp modelId="{E298E9F1-0C48-415A-A06C-D2A84E3DD19E}">
      <dsp:nvSpPr>
        <dsp:cNvPr id="7" name="燕尾形 6"/>
        <dsp:cNvSpPr/>
      </dsp:nvSpPr>
      <dsp:spPr bwMode="white">
        <a:xfrm rot="5400000">
          <a:off x="-259605" y="3335220"/>
          <a:ext cx="1730700" cy="1211490"/>
        </a:xfrm>
        <a:prstGeom prst="chevron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7780" tIns="17780" rIns="17780" bIns="177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latin typeface="Calibri" panose="020F0502020204030204"/>
              <a:ea typeface="微软雅黑" panose="020B0503020204020204" pitchFamily="34" charset="-122"/>
              <a:cs typeface="+mn-cs"/>
            </a:rPr>
            <a:t>3</a:t>
          </a:r>
          <a:endParaRPr lang="en-US" sz="2800" b="1" kern="1200" dirty="0"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-259605" y="3335220"/>
        <a:ext cx="1730700" cy="1211490"/>
      </dsp:txXfrm>
    </dsp:sp>
    <dsp:sp modelId="{1F7BC277-1A9D-4B9E-B8AC-FB958A120EE0}">
      <dsp:nvSpPr>
        <dsp:cNvPr id="8" name="同侧圆角矩形 7"/>
        <dsp:cNvSpPr/>
      </dsp:nvSpPr>
      <dsp:spPr bwMode="white">
        <a:xfrm rot="5400000">
          <a:off x="2185440" y="2101665"/>
          <a:ext cx="1124955" cy="3072855"/>
        </a:xfrm>
        <a:prstGeom prst="round2Same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199136" tIns="17780" rIns="17780" bIns="1778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marR="0" lvl="1" indent="-285750" algn="l" defTabSz="14224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C00000"/>
            </a:buClr>
            <a:buSzPct val="60000"/>
            <a:buFontTx/>
            <a:buChar char="•"/>
          </a:pPr>
          <a:r>
            <a:rPr lang="zh-CN" altLang="en-US" sz="2800" b="1" kern="1200" dirty="0">
              <a:solidFill>
                <a:schemeClr val="dk1"/>
              </a:solidFill>
              <a:latin typeface="Calibri" panose="020F0502020204030204"/>
              <a:ea typeface="微软雅黑" panose="020B0503020204020204" pitchFamily="34" charset="-122"/>
              <a:cs typeface="+mn-cs"/>
            </a:rPr>
            <a:t>报告编制</a:t>
          </a:r>
          <a:endParaRPr lang="zh-CN" altLang="en-US" sz="2800" b="1" kern="1200" dirty="0">
            <a:solidFill>
              <a:schemeClr val="dk1"/>
            </a:solidFill>
            <a:latin typeface="Calibri" panose="020F0502020204030204"/>
            <a:ea typeface="微软雅黑" panose="020B0503020204020204" pitchFamily="34" charset="-122"/>
            <a:cs typeface="+mn-cs"/>
          </a:endParaRPr>
        </a:p>
      </dsp:txBody>
      <dsp:txXfrm rot="5400000">
        <a:off x="2185440" y="2101665"/>
        <a:ext cx="1124955" cy="3072855"/>
      </dsp:txXfrm>
    </dsp:sp>
  </dsp:spTree>
</dsp:drawing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0DBED8-43F3-4E82-AE6D-AC5FA10E2D7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"/>
            <a:ext cx="12192000" cy="685778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45956"/>
            <a:ext cx="9144000" cy="92502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7633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450B-E809-4562-AEB3-64012EDDB1B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4532435" y="1811217"/>
            <a:ext cx="1600200" cy="0"/>
          </a:xfrm>
          <a:prstGeom prst="line">
            <a:avLst/>
          </a:prstGeom>
          <a:ln w="38100">
            <a:solidFill>
              <a:srgbClr val="006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463073" y="2285999"/>
            <a:ext cx="5709628" cy="3890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4463073" y="851145"/>
            <a:ext cx="1959708" cy="90047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>
                <a:solidFill>
                  <a:srgbClr val="006837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目   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8466455" cy="4762500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4532435" y="1811217"/>
            <a:ext cx="1600200" cy="0"/>
          </a:xfrm>
          <a:prstGeom prst="line">
            <a:avLst/>
          </a:prstGeom>
          <a:ln w="38100">
            <a:solidFill>
              <a:srgbClr val="006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463073" y="2285999"/>
            <a:ext cx="5709628" cy="3890963"/>
          </a:xfrm>
        </p:spPr>
        <p:txBody>
          <a:bodyPr>
            <a:normAutofit/>
          </a:bodyPr>
          <a:lstStyle>
            <a:lvl1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4463073" y="851145"/>
            <a:ext cx="1959708" cy="900479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6837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目   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366" y="104337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509" y="6143106"/>
            <a:ext cx="12191491" cy="415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509" y="6143106"/>
            <a:ext cx="12191491" cy="415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8576109" y="134754"/>
            <a:ext cx="3513222" cy="789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6F3D7-C5C0-438A-8348-6AFCCC27354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" y="0"/>
            <a:ext cx="12191492" cy="68580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5AEF-2233-463E-B8C7-AFD5D81ABC6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6D9C9-1855-4619-8764-B7E80D1610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A9B2-BEF0-4FB2-8046-14F89E0A343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925D-3BC4-4D75-8CFA-84A87595536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9366" y="104337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BAB5-87F5-4A64-9ACD-C2C62E754AA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708C2-3263-445E-BC99-FC2FB4C5A61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5E1F9-3CF4-4FF7-B66D-3856A1B8880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4532435" y="1811217"/>
            <a:ext cx="1600200" cy="0"/>
          </a:xfrm>
          <a:prstGeom prst="line">
            <a:avLst/>
          </a:prstGeom>
          <a:ln w="38100">
            <a:solidFill>
              <a:srgbClr val="006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463073" y="2285999"/>
            <a:ext cx="5709628" cy="3890963"/>
          </a:xfrm>
        </p:spPr>
        <p:txBody>
          <a:bodyPr>
            <a:normAutofit/>
          </a:bodyPr>
          <a:lstStyle>
            <a:lvl1pPr>
              <a:defRPr sz="2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1800" b="1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1400" b="1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4463073" y="851145"/>
            <a:ext cx="1959708" cy="900479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6837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目   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EFC2F-6B4E-496B-B346-F90D8DDAB30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079665" y="432418"/>
            <a:ext cx="7530935" cy="620527"/>
          </a:xfrm>
        </p:spPr>
        <p:txBody>
          <a:bodyPr>
            <a:noAutofit/>
          </a:bodyPr>
          <a:lstStyle>
            <a:lvl1pPr>
              <a:defRPr sz="24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3B3C5-CE82-469C-B4EC-3FFCC852D2E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9906-9DD5-404C-8A88-2A86D683A12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5CE6-A2E6-487F-B84C-B4A90BB6B4D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62B1-4EA4-4973-A706-A71525B0BC4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" y="0"/>
            <a:ext cx="12191492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923B7-0E5D-49A4-9EE2-C674B8068FA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FEC90-7B22-4484-BEB8-42AB888AC5A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110342" y="363704"/>
            <a:ext cx="648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E5576-0858-4C99-8092-C0E29FD8C7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FEC90-7B22-4484-BEB8-42AB888AC5A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1.xml"/><Relationship Id="rId4" Type="http://schemas.openxmlformats.org/officeDocument/2006/relationships/diagramColors" Target="../diagrams/colors11.xml"/><Relationship Id="rId3" Type="http://schemas.openxmlformats.org/officeDocument/2006/relationships/diagramQuickStyle" Target="../diagrams/quickStyle11.xml"/><Relationship Id="rId2" Type="http://schemas.openxmlformats.org/officeDocument/2006/relationships/diagramLayout" Target="../diagrams/layout11.xml"/><Relationship Id="rId1" Type="http://schemas.openxmlformats.org/officeDocument/2006/relationships/diagramData" Target="../diagrams/data11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94.png"/><Relationship Id="rId12" Type="http://schemas.openxmlformats.org/officeDocument/2006/relationships/image" Target="../media/image93.png"/><Relationship Id="rId11" Type="http://schemas.openxmlformats.org/officeDocument/2006/relationships/image" Target="../media/image92.png"/><Relationship Id="rId10" Type="http://schemas.openxmlformats.org/officeDocument/2006/relationships/image" Target="../media/image91.png"/><Relationship Id="rId1" Type="http://schemas.openxmlformats.org/officeDocument/2006/relationships/image" Target="../media/image82.png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2.xml"/><Relationship Id="rId4" Type="http://schemas.openxmlformats.org/officeDocument/2006/relationships/diagramColors" Target="../diagrams/colors12.xml"/><Relationship Id="rId3" Type="http://schemas.openxmlformats.org/officeDocument/2006/relationships/diagramQuickStyle" Target="../diagrams/quickStyle12.xml"/><Relationship Id="rId2" Type="http://schemas.openxmlformats.org/officeDocument/2006/relationships/diagramLayout" Target="../diagrams/layout12.xml"/><Relationship Id="rId1" Type="http://schemas.openxmlformats.org/officeDocument/2006/relationships/diagramData" Target="../diagrams/data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tags" Target="../tags/tag35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9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0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2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3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4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6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7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8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9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0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1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7.xml"/></Relationships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342319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耕地质量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等级评价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2679700" y="1040765"/>
          <a:ext cx="5217160" cy="5206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296599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（一）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六统一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原则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4" name="rect 744"/>
          <p:cNvSpPr/>
          <p:nvPr/>
        </p:nvSpPr>
        <p:spPr>
          <a:xfrm>
            <a:off x="280415" y="4080128"/>
            <a:ext cx="11177015" cy="216408"/>
          </a:xfrm>
          <a:prstGeom prst="rect">
            <a:avLst/>
          </a:prstGeom>
          <a:solidFill>
            <a:srgbClr val="BFBFB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6" name="picture 7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13062" y="3733851"/>
            <a:ext cx="2315032" cy="805078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690558" y="2218855"/>
            <a:ext cx="7020559" cy="2283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6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r" rtl="0" eaLnBrk="0">
              <a:lnSpc>
                <a:spcPct val="90000"/>
              </a:lnSpc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土壤健康状况判断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ts val="2270"/>
              </a:lnSpc>
              <a:spcBef>
                <a:spcPts val="510"/>
              </a:spcBef>
            </a:pPr>
            <a:r>
              <a:rPr sz="2600" b="1" kern="0" spc="10" baseline="-70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区域划分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600" b="1" kern="0" spc="0" baseline="130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确定评价指标</a:t>
            </a:r>
            <a:endParaRPr sz="2600" baseline="13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8000"/>
              </a:lnSpc>
            </a:pP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470150" algn="l" rtl="0" eaLnBrk="0">
              <a:lnSpc>
                <a:spcPct val="100000"/>
              </a:lnSpc>
            </a:pPr>
            <a:r>
              <a:rPr sz="3600" b="1" kern="0" spc="-30" baseline="-400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sz="23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</a:t>
            </a:r>
            <a:endParaRPr sz="2700" baseline="-1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0" name="textbox 750"/>
          <p:cNvSpPr/>
          <p:nvPr/>
        </p:nvSpPr>
        <p:spPr>
          <a:xfrm>
            <a:off x="4490218" y="4245839"/>
            <a:ext cx="198754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染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52" name="textbox 752"/>
          <p:cNvSpPr/>
          <p:nvPr/>
        </p:nvSpPr>
        <p:spPr>
          <a:xfrm>
            <a:off x="4490218" y="4032479"/>
            <a:ext cx="198754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在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54" name="textbox 754"/>
          <p:cNvSpPr/>
          <p:nvPr/>
        </p:nvSpPr>
        <p:spPr>
          <a:xfrm>
            <a:off x="4514704" y="3819119"/>
            <a:ext cx="19748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2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否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56" name="textbox 756"/>
          <p:cNvSpPr/>
          <p:nvPr/>
        </p:nvSpPr>
        <p:spPr>
          <a:xfrm>
            <a:off x="4316145" y="4245839"/>
            <a:ext cx="19367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2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污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58" name="textbox 758"/>
          <p:cNvSpPr/>
          <p:nvPr/>
        </p:nvSpPr>
        <p:spPr>
          <a:xfrm>
            <a:off x="4314003" y="4032479"/>
            <a:ext cx="195579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8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存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60" name="textbox 760"/>
          <p:cNvSpPr/>
          <p:nvPr/>
        </p:nvSpPr>
        <p:spPr>
          <a:xfrm>
            <a:off x="4338489" y="3819119"/>
            <a:ext cx="193675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2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是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68" name="textbox 768"/>
          <p:cNvSpPr/>
          <p:nvPr/>
        </p:nvSpPr>
        <p:spPr>
          <a:xfrm>
            <a:off x="5067300" y="1330325"/>
            <a:ext cx="4354830" cy="684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0000"/>
              </a:lnSpc>
            </a:pPr>
            <a:endParaRPr sz="3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20000"/>
              </a:lnSpc>
            </a:pPr>
            <a:r>
              <a:rPr sz="16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依据：土壤环境质量农用地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土壤污染风险管控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20000"/>
              </a:lnSpc>
            </a:pPr>
            <a:r>
              <a:rPr sz="1600" b="1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筛选值</a:t>
            </a: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（GB1561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8—2018）</a:t>
            </a:r>
            <a:endParaRPr sz="16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0" name="textbox 770"/>
          <p:cNvSpPr/>
          <p:nvPr/>
        </p:nvSpPr>
        <p:spPr>
          <a:xfrm>
            <a:off x="9064392" y="3207298"/>
            <a:ext cx="1245235" cy="572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  <a:sym typeface="+mn-ea"/>
              </a:rPr>
              <a:t>耕地质量等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  <a:p>
            <a:pPr marL="234315" algn="l" rtl="0" eaLnBrk="0">
              <a:lnSpc>
                <a:spcPts val="2560"/>
              </a:lnSpc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  <a:sym typeface="+mn-ea"/>
              </a:rPr>
              <a:t>级划分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  <a:p>
            <a:pPr marL="12700" algn="l" rtl="0" eaLnBrk="0">
              <a:lnSpc>
                <a:spcPct val="85000"/>
              </a:lnSpc>
            </a:pP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72" name="textbox 772"/>
          <p:cNvSpPr/>
          <p:nvPr/>
        </p:nvSpPr>
        <p:spPr>
          <a:xfrm>
            <a:off x="7640320" y="4780280"/>
            <a:ext cx="1512570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ctr" rtl="0" eaLnBrk="0">
              <a:lnSpc>
                <a:spcPct val="89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ctr" rtl="0" eaLnBrk="0">
              <a:lnSpc>
                <a:spcPct val="85000"/>
              </a:lnSpc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  <a:sym typeface="+mn-ea"/>
              </a:rPr>
              <a:t>计算综合指数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74" name="textbox 774"/>
          <p:cNvSpPr/>
          <p:nvPr/>
        </p:nvSpPr>
        <p:spPr>
          <a:xfrm>
            <a:off x="10385827" y="4636047"/>
            <a:ext cx="1110614" cy="572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9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耕地粮食生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  <a:p>
            <a:pPr marL="12700" algn="l" rtl="0" eaLnBrk="0">
              <a:lnSpc>
                <a:spcPts val="2560"/>
              </a:lnSpc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产潜力评估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776" name="textbox 776"/>
          <p:cNvSpPr/>
          <p:nvPr/>
        </p:nvSpPr>
        <p:spPr>
          <a:xfrm>
            <a:off x="5547404" y="4635057"/>
            <a:ext cx="1108075" cy="572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ctr" rtl="0" eaLnBrk="0">
              <a:lnSpc>
                <a:spcPct val="115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ctr" rtl="0" eaLnBrk="0">
              <a:lnSpc>
                <a:spcPct val="115000"/>
              </a:lnSpc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耕地质量指标获取</a:t>
            </a:r>
            <a:endParaRPr sz="17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grpSp>
        <p:nvGrpSpPr>
          <p:cNvPr id="58" name="group 58"/>
          <p:cNvGrpSpPr/>
          <p:nvPr/>
        </p:nvGrpSpPr>
        <p:grpSpPr>
          <a:xfrm rot="21600000">
            <a:off x="9350375" y="3928427"/>
            <a:ext cx="666750" cy="519112"/>
            <a:chOff x="0" y="0"/>
            <a:chExt cx="666750" cy="519112"/>
          </a:xfrm>
        </p:grpSpPr>
        <p:pic>
          <p:nvPicPr>
            <p:cNvPr id="778" name="picture 7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66750" cy="519112"/>
            </a:xfrm>
            <a:prstGeom prst="rect">
              <a:avLst/>
            </a:prstGeom>
          </p:spPr>
        </p:pic>
        <p:sp>
          <p:nvSpPr>
            <p:cNvPr id="780" name="textbox 780"/>
            <p:cNvSpPr/>
            <p:nvPr/>
          </p:nvSpPr>
          <p:spPr>
            <a:xfrm>
              <a:off x="-12700" y="-12700"/>
              <a:ext cx="692150" cy="590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1000"/>
                </a:lnSpc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259715" algn="l" rtl="0" eaLnBrk="0">
                <a:lnSpc>
                  <a:spcPct val="77000"/>
                </a:lnSpc>
                <a:spcBef>
                  <a:spcPts val="5"/>
                </a:spcBef>
              </a:pP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DejaVu Sans" panose="020B0603030804020204"/>
                </a:rPr>
                <a:t>7</a:t>
              </a:r>
              <a:endParaRPr sz="2300" dirty="0">
                <a:latin typeface="微软雅黑" panose="020B0503020204020204" pitchFamily="34" charset="-122"/>
                <a:ea typeface="微软雅黑" panose="020B0503020204020204" pitchFamily="34" charset="-122"/>
                <a:cs typeface="DejaVu Sans" panose="020B0603030804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 rot="21600000">
            <a:off x="760412" y="3898265"/>
            <a:ext cx="666750" cy="519112"/>
            <a:chOff x="0" y="0"/>
            <a:chExt cx="666750" cy="519112"/>
          </a:xfrm>
        </p:grpSpPr>
        <p:pic>
          <p:nvPicPr>
            <p:cNvPr id="782" name="picture 7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66750" cy="519112"/>
            </a:xfrm>
            <a:prstGeom prst="rect">
              <a:avLst/>
            </a:prstGeom>
          </p:spPr>
        </p:pic>
        <p:sp>
          <p:nvSpPr>
            <p:cNvPr id="784" name="textbox 784"/>
            <p:cNvSpPr/>
            <p:nvPr/>
          </p:nvSpPr>
          <p:spPr>
            <a:xfrm>
              <a:off x="-12700" y="-12700"/>
              <a:ext cx="692150" cy="590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1000"/>
                </a:lnSpc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274320" algn="l" rtl="0" eaLnBrk="0">
                <a:lnSpc>
                  <a:spcPct val="77000"/>
                </a:lnSpc>
                <a:spcBef>
                  <a:spcPts val="5"/>
                </a:spcBef>
              </a:pP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DejaVu Sans" panose="020B0603030804020204"/>
                </a:rPr>
                <a:t>1</a:t>
              </a:r>
              <a:endParaRPr sz="2300" dirty="0">
                <a:latin typeface="微软雅黑" panose="020B0503020204020204" pitchFamily="34" charset="-122"/>
                <a:ea typeface="微软雅黑" panose="020B0503020204020204" pitchFamily="34" charset="-122"/>
                <a:cs typeface="DejaVu Sans" panose="020B0603030804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1879600" y="3898265"/>
            <a:ext cx="666750" cy="519112"/>
            <a:chOff x="0" y="0"/>
            <a:chExt cx="666750" cy="519112"/>
          </a:xfrm>
        </p:grpSpPr>
        <p:pic>
          <p:nvPicPr>
            <p:cNvPr id="786" name="picture 78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66750" cy="519112"/>
            </a:xfrm>
            <a:prstGeom prst="rect">
              <a:avLst/>
            </a:prstGeom>
          </p:spPr>
        </p:pic>
        <p:sp>
          <p:nvSpPr>
            <p:cNvPr id="788" name="textbox 788"/>
            <p:cNvSpPr/>
            <p:nvPr/>
          </p:nvSpPr>
          <p:spPr>
            <a:xfrm>
              <a:off x="-12700" y="-12700"/>
              <a:ext cx="692150" cy="5911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8000"/>
                </a:lnSpc>
              </a:pPr>
              <a:endParaRPr sz="9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263525" algn="l" rtl="0" eaLnBrk="0">
                <a:lnSpc>
                  <a:spcPct val="79000"/>
                </a:lnSpc>
                <a:spcBef>
                  <a:spcPts val="5"/>
                </a:spcBef>
              </a:pP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DejaVu Sans" panose="020B0603030804020204"/>
                </a:rPr>
                <a:t>2</a:t>
              </a:r>
              <a:endParaRPr sz="2300" dirty="0">
                <a:latin typeface="微软雅黑" panose="020B0503020204020204" pitchFamily="34" charset="-122"/>
                <a:ea typeface="微软雅黑" panose="020B0503020204020204" pitchFamily="34" charset="-122"/>
                <a:cs typeface="DejaVu Sans" panose="020B060303080402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 rot="21600000">
            <a:off x="5762625" y="3898265"/>
            <a:ext cx="666750" cy="519112"/>
            <a:chOff x="0" y="0"/>
            <a:chExt cx="666750" cy="519112"/>
          </a:xfrm>
        </p:grpSpPr>
        <p:pic>
          <p:nvPicPr>
            <p:cNvPr id="790" name="picture 79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666750" cy="519112"/>
            </a:xfrm>
            <a:prstGeom prst="rect">
              <a:avLst/>
            </a:prstGeom>
          </p:spPr>
        </p:pic>
        <p:sp>
          <p:nvSpPr>
            <p:cNvPr id="792" name="textbox 792"/>
            <p:cNvSpPr/>
            <p:nvPr/>
          </p:nvSpPr>
          <p:spPr>
            <a:xfrm>
              <a:off x="-12700" y="-12700"/>
              <a:ext cx="692150" cy="590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1000"/>
                </a:lnSpc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253365" algn="l" rtl="0" eaLnBrk="0">
                <a:lnSpc>
                  <a:spcPct val="77000"/>
                </a:lnSpc>
                <a:spcBef>
                  <a:spcPts val="5"/>
                </a:spcBef>
              </a:pP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DejaVu Sans" panose="020B0603030804020204"/>
                </a:rPr>
                <a:t>4</a:t>
              </a:r>
              <a:endParaRPr sz="2300" dirty="0">
                <a:latin typeface="微软雅黑" panose="020B0503020204020204" pitchFamily="34" charset="-122"/>
                <a:ea typeface="微软雅黑" panose="020B0503020204020204" pitchFamily="34" charset="-122"/>
                <a:cs typeface="DejaVu Sans" panose="020B060303080402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21600000">
            <a:off x="6883400" y="3928427"/>
            <a:ext cx="666750" cy="519112"/>
            <a:chOff x="0" y="0"/>
            <a:chExt cx="666750" cy="519112"/>
          </a:xfrm>
        </p:grpSpPr>
        <p:pic>
          <p:nvPicPr>
            <p:cNvPr id="794" name="picture 79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666750" cy="519112"/>
            </a:xfrm>
            <a:prstGeom prst="rect">
              <a:avLst/>
            </a:prstGeom>
          </p:spPr>
        </p:pic>
        <p:sp>
          <p:nvSpPr>
            <p:cNvPr id="796" name="textbox 796"/>
            <p:cNvSpPr/>
            <p:nvPr/>
          </p:nvSpPr>
          <p:spPr>
            <a:xfrm>
              <a:off x="-12700" y="-12700"/>
              <a:ext cx="692150" cy="586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1000"/>
                </a:lnSpc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262890" algn="l" rtl="0" eaLnBrk="0">
                <a:lnSpc>
                  <a:spcPct val="77000"/>
                </a:lnSpc>
              </a:pP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DejaVu Sans" panose="020B0603030804020204"/>
                </a:rPr>
                <a:t>5</a:t>
              </a:r>
              <a:endParaRPr sz="2300" dirty="0">
                <a:latin typeface="微软雅黑" panose="020B0503020204020204" pitchFamily="34" charset="-122"/>
                <a:ea typeface="微软雅黑" panose="020B0503020204020204" pitchFamily="34" charset="-122"/>
                <a:cs typeface="DejaVu Sans" panose="020B060303080402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 rot="21600000">
            <a:off x="10604500" y="3898265"/>
            <a:ext cx="666750" cy="519112"/>
            <a:chOff x="0" y="0"/>
            <a:chExt cx="666750" cy="519112"/>
          </a:xfrm>
        </p:grpSpPr>
        <p:pic>
          <p:nvPicPr>
            <p:cNvPr id="798" name="picture 79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666750" cy="519112"/>
            </a:xfrm>
            <a:prstGeom prst="rect">
              <a:avLst/>
            </a:prstGeom>
          </p:spPr>
        </p:pic>
        <p:sp>
          <p:nvSpPr>
            <p:cNvPr id="800" name="textbox 800"/>
            <p:cNvSpPr/>
            <p:nvPr/>
          </p:nvSpPr>
          <p:spPr>
            <a:xfrm>
              <a:off x="-12700" y="-12700"/>
              <a:ext cx="692150" cy="584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8000"/>
                </a:lnSpc>
              </a:pPr>
              <a:endParaRPr sz="9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258445" algn="l" rtl="0" eaLnBrk="0">
                <a:lnSpc>
                  <a:spcPct val="78000"/>
                </a:lnSpc>
              </a:pP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DejaVu Sans" panose="020B0603030804020204"/>
                </a:rPr>
                <a:t>8</a:t>
              </a:r>
              <a:endParaRPr sz="2300" dirty="0">
                <a:latin typeface="微软雅黑" panose="020B0503020204020204" pitchFamily="34" charset="-122"/>
                <a:ea typeface="微软雅黑" panose="020B0503020204020204" pitchFamily="34" charset="-122"/>
                <a:cs typeface="DejaVu Sans" panose="020B0603030804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8004175" y="3898265"/>
            <a:ext cx="665162" cy="519112"/>
            <a:chOff x="0" y="0"/>
            <a:chExt cx="665162" cy="519112"/>
          </a:xfrm>
        </p:grpSpPr>
        <p:pic>
          <p:nvPicPr>
            <p:cNvPr id="802" name="picture 80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665162" cy="519112"/>
            </a:xfrm>
            <a:prstGeom prst="rect">
              <a:avLst/>
            </a:prstGeom>
          </p:spPr>
        </p:pic>
        <p:sp>
          <p:nvSpPr>
            <p:cNvPr id="804" name="textbox 804"/>
            <p:cNvSpPr/>
            <p:nvPr/>
          </p:nvSpPr>
          <p:spPr>
            <a:xfrm>
              <a:off x="-12700" y="-12700"/>
              <a:ext cx="690880" cy="584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8000"/>
                </a:lnSpc>
              </a:pPr>
              <a:endParaRPr sz="9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  <a:p>
              <a:pPr marL="257810" algn="l" rtl="0" eaLnBrk="0">
                <a:lnSpc>
                  <a:spcPct val="78000"/>
                </a:lnSpc>
                <a:spcBef>
                  <a:spcPts val="5"/>
                </a:spcBef>
              </a:pP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DejaVu Sans" panose="020B0603030804020204"/>
                </a:rPr>
                <a:t>6</a:t>
              </a:r>
              <a:endParaRPr sz="2300" dirty="0">
                <a:latin typeface="微软雅黑" panose="020B0503020204020204" pitchFamily="34" charset="-122"/>
                <a:ea typeface="微软雅黑" panose="020B0503020204020204" pitchFamily="34" charset="-122"/>
                <a:cs typeface="DejaVu Sans" panose="020B0603030804020204"/>
              </a:endParaRPr>
            </a:p>
          </p:txBody>
        </p:sp>
      </p:grpSp>
      <p:sp>
        <p:nvSpPr>
          <p:cNvPr id="806" name="textbox 806"/>
          <p:cNvSpPr/>
          <p:nvPr/>
        </p:nvSpPr>
        <p:spPr>
          <a:xfrm>
            <a:off x="1630561" y="4757726"/>
            <a:ext cx="132905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</a:rPr>
              <a:t>确定评价单元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sp>
        <p:nvSpPr>
          <p:cNvPr id="808" name="textbox 808"/>
          <p:cNvSpPr/>
          <p:nvPr/>
        </p:nvSpPr>
        <p:spPr>
          <a:xfrm>
            <a:off x="6703060" y="3202940"/>
            <a:ext cx="1326515" cy="629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7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  <a:sym typeface="+mn-ea"/>
              </a:rPr>
              <a:t>计算各指标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  <a:p>
            <a:pPr marL="126365" algn="l" rtl="0" eaLnBrk="0">
              <a:lnSpc>
                <a:spcPts val="2560"/>
              </a:lnSpc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2" charset="-122"/>
                <a:sym typeface="+mn-ea"/>
              </a:rPr>
              <a:t>隶属度分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  <a:p>
            <a:pPr marL="12700" algn="l" rtl="0" eaLnBrk="0">
              <a:lnSpc>
                <a:spcPct val="87000"/>
              </a:lnSpc>
            </a:pP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2" charset="-122"/>
            </a:endParaRPr>
          </a:p>
        </p:txBody>
      </p:sp>
      <p:pic>
        <p:nvPicPr>
          <p:cNvPr id="810" name="picture 8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76750" y="2533497"/>
            <a:ext cx="42544" cy="1207770"/>
          </a:xfrm>
          <a:prstGeom prst="rect">
            <a:avLst/>
          </a:prstGeom>
        </p:spPr>
      </p:pic>
      <p:pic>
        <p:nvPicPr>
          <p:cNvPr id="812" name="picture 8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840063" y="2517140"/>
            <a:ext cx="128447" cy="1512887"/>
          </a:xfrm>
          <a:prstGeom prst="rect">
            <a:avLst/>
          </a:prstGeom>
        </p:spPr>
      </p:pic>
      <p:pic>
        <p:nvPicPr>
          <p:cNvPr id="814" name="picture 8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504956" y="2502852"/>
            <a:ext cx="4399381" cy="45098"/>
          </a:xfrm>
          <a:prstGeom prst="rect">
            <a:avLst/>
          </a:prstGeom>
        </p:spPr>
      </p:pic>
      <p:sp>
        <p:nvSpPr>
          <p:cNvPr id="816" name="textbox 816"/>
          <p:cNvSpPr/>
          <p:nvPr/>
        </p:nvSpPr>
        <p:spPr>
          <a:xfrm>
            <a:off x="4636261" y="3128391"/>
            <a:ext cx="249554" cy="280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5000"/>
              </a:lnSpc>
            </a:pPr>
            <a:endParaRPr sz="1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700" b="1" kern="0" spc="5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endParaRPr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08270" y="3898265"/>
            <a:ext cx="541655" cy="361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700" b="1" kern="0" spc="-40" baseline="-14000" dirty="0">
                <a:solidFill>
                  <a:srgbClr val="FF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否</a:t>
            </a:r>
            <a:endParaRPr lang="zh-CN" altLang="en-US" sz="2700" b="1" kern="0" spc="-40" baseline="-14000" dirty="0">
              <a:solidFill>
                <a:srgbClr val="FF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1125" y="5582285"/>
            <a:ext cx="9210675" cy="977265"/>
          </a:xfrm>
          <a:prstGeom prst="rect">
            <a:avLst/>
          </a:prstGeom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pPr marL="0" indent="0"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“统一评价指标选取、统一指标权重、统一隶属函数、统一赋值方法、统一综合指数等级划分、统一产能计算方法”</a:t>
            </a:r>
            <a:endParaRPr lang="zh-CN" altLang="en-US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2"/>
          <a:srcRect l="28545" t="2563" r="28518" b="79744"/>
          <a:stretch>
            <a:fillRect/>
          </a:stretch>
        </p:blipFill>
        <p:spPr>
          <a:xfrm>
            <a:off x="690245" y="1287145"/>
            <a:ext cx="3286125" cy="5588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3"/>
          <a:srcRect r="-1202" b="-15735"/>
          <a:stretch>
            <a:fillRect/>
          </a:stretch>
        </p:blipFill>
        <p:spPr>
          <a:xfrm>
            <a:off x="690245" y="1923415"/>
            <a:ext cx="3335655" cy="58801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230" y="296599"/>
            <a:ext cx="10207811" cy="620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（二）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成果的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共性问题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3576320" y="1366520"/>
          <a:ext cx="4284345" cy="4806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535" y="359410"/>
            <a:ext cx="9211945" cy="6210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耕评数据成果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共性问题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85570" y="1132840"/>
          <a:ext cx="9420225" cy="5588000"/>
        </p:xfrm>
        <a:graphic>
          <a:graphicData uri="http://schemas.openxmlformats.org/drawingml/2006/table">
            <a:tbl>
              <a:tblPr firstRow="1" bandRow="1">
                <a:tableStyleId>{6D728B9D-C360-402F-BCE3-508E91CB5E6C}</a:tableStyleId>
              </a:tblPr>
              <a:tblGrid>
                <a:gridCol w="1111885"/>
                <a:gridCol w="8308340"/>
              </a:tblGrid>
              <a:tr h="4787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45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字段名称、别名与数据库要求不一致（见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审核要点）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38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非评价指标以外的其他字段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出现空值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597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面积平差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过程中未考虑二级地类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面积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45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评价单元图斑数量与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年国土变更调查中的耕地图斑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不一致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513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农业区名称以及概念型指标的指标值填报不规范（见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技术规范）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48335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同一评价单元内指标值填报存在矛盾（比如水资源条件与地类，土壤类型与有效土层厚度、质地构型，有效土层厚度与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耕层厚度）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3865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指标赋值方法不准确（比如耕层厚度填报值超出外业调查数值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范围）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5135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有效土层厚度、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排水能力、水资源条件等指标填报值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唯一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45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相邻图斑指标数值差异过大（比如水资源条件充分满足紧邻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不满足）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5135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土壤类型字段值出现河流、建设用地等非土壤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444500">
                <a:tc>
                  <a:txBody>
                    <a:bodyPr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综合指数、质量等级及生产潜力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成果倒挂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535" y="359410"/>
            <a:ext cx="9211945" cy="6210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图件成果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共性问题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74775" y="1790700"/>
          <a:ext cx="8673465" cy="4500245"/>
        </p:xfrm>
        <a:graphic>
          <a:graphicData uri="http://schemas.openxmlformats.org/drawingml/2006/table">
            <a:tbl>
              <a:tblPr firstRow="1" bandRow="1">
                <a:tableStyleId>{6D728B9D-C360-402F-BCE3-508E91CB5E6C}</a:tableStyleId>
              </a:tblPr>
              <a:tblGrid>
                <a:gridCol w="1448435"/>
                <a:gridCol w="7225030"/>
              </a:tblGrid>
              <a:tr h="5067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3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图名、图例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信息或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不规范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9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面积统计表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或面积统计表不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规范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102997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编制单位信息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（一般为地方三普办或农业农村局）与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制图单位信息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（成果编制单位），缺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制图人、制作日期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等要素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9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坐标、投影、高程基准等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图廓信息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不完整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88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基础地理信息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，如道路、河流、行政区划、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行政驻地等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9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</a:t>
                      </a:r>
                      <a:r>
                        <a:rPr lang="zh-CN" altLang="zh-CN" sz="1800" b="1" kern="1200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相邻市县地名</a:t>
                      </a:r>
                      <a:r>
                        <a:rPr lang="zh-CN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等要素</a:t>
                      </a:r>
                      <a:endParaRPr lang="zh-CN" altLang="zh-CN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6" name="标题 3"/>
          <p:cNvSpPr txBox="1"/>
          <p:nvPr/>
        </p:nvSpPr>
        <p:spPr>
          <a:xfrm>
            <a:off x="625475" y="1200785"/>
            <a:ext cx="4058285" cy="5899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）图面要素缺失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不完整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535" y="359410"/>
            <a:ext cx="9211945" cy="6210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图件成果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共性问题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8320" y="1222375"/>
            <a:ext cx="3733800" cy="51352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90" y="1352550"/>
            <a:ext cx="3770630" cy="4961890"/>
          </a:xfrm>
          <a:prstGeom prst="rect">
            <a:avLst/>
          </a:prstGeom>
        </p:spPr>
      </p:pic>
      <p:sp>
        <p:nvSpPr>
          <p:cNvPr id="7" name="标题 3"/>
          <p:cNvSpPr txBox="1"/>
          <p:nvPr/>
        </p:nvSpPr>
        <p:spPr>
          <a:xfrm>
            <a:off x="382905" y="1315085"/>
            <a:ext cx="4058285" cy="5899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）图面要素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表达不规范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57200" y="2002155"/>
          <a:ext cx="3895725" cy="2943860"/>
        </p:xfrm>
        <a:graphic>
          <a:graphicData uri="http://schemas.openxmlformats.org/drawingml/2006/table">
            <a:tbl>
              <a:tblPr firstRow="1" bandRow="1">
                <a:tableStyleId>{D94D1A2D-6F71-4788-8396-FB6345BA6E25}</a:tableStyleId>
              </a:tblPr>
              <a:tblGrid>
                <a:gridCol w="739140"/>
                <a:gridCol w="3156585"/>
              </a:tblGrid>
              <a:tr h="508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8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7867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基础地理要素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（居民点、道路、水系等）表达不规范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86233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耕地粮食生产潜力分布图分级、图例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表达不规范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78676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概念型指标图例表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达不规范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648335" y="5144135"/>
            <a:ext cx="3512820" cy="1192530"/>
            <a:chOff x="957" y="8681"/>
            <a:chExt cx="5532" cy="187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7" y="8681"/>
              <a:ext cx="5533" cy="15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7" y="10167"/>
              <a:ext cx="4547" cy="3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1105535" y="359410"/>
            <a:ext cx="9211945" cy="62103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报告成果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共性问题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01445" y="1303655"/>
          <a:ext cx="8673465" cy="4758055"/>
        </p:xfrm>
        <a:graphic>
          <a:graphicData uri="http://schemas.openxmlformats.org/drawingml/2006/table">
            <a:tbl>
              <a:tblPr firstRow="1" bandRow="1">
                <a:tableStyleId>{6D728B9D-C360-402F-BCE3-508E91CB5E6C}</a:tableStyleId>
              </a:tblPr>
              <a:tblGrid>
                <a:gridCol w="1361440"/>
                <a:gridCol w="7312025"/>
              </a:tblGrid>
              <a:tr h="5067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问题类型</a:t>
                      </a:r>
                      <a:endParaRPr lang="zh-CN" altLang="en-US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8643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技术流程图不是按照实施流程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9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缺少对各指标赋值方法的详细说明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007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缺少产量拟合的说明，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的值是怎么来的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9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各表汇总统计的总面积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前后不一致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688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耕地质量等级特征、各等级耕地主要属性对比分析</a:t>
                      </a: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不充分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9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缺少评价结果验证</a:t>
                      </a:r>
                      <a:endParaRPr lang="zh-CN" altLang="en-US" sz="1800" kern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568960">
                <a:tc>
                  <a:txBody>
                    <a:bodyPr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180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800" kern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存在问题及对策建议内容少、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针对性不强</a:t>
                      </a:r>
                      <a:endParaRPr lang="zh-CN" altLang="en-US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picture 4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picture 4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picture 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picture 4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picture 4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picture 4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picture 4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picture 4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picture 4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picture 5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picture 5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picture 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picture 5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>
            <p:custDataLst>
              <p:tags r:id="rId1"/>
            </p:custDataLst>
          </p:nvPr>
        </p:nvSpPr>
        <p:spPr>
          <a:xfrm>
            <a:off x="3137400" y="2436269"/>
            <a:ext cx="7532104" cy="18923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谢 谢 ！</a:t>
            </a:r>
            <a:r>
              <a:rPr lang="zh-CN" altLang="en-US" sz="6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3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4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5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6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7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8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9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10.xml><?xml version="1.0" encoding="utf-8"?>
<p:tagLst xmlns:p="http://schemas.openxmlformats.org/presentationml/2006/main">
  <p:tag name="KSO_WM_DIAGRAM_VIRTUALLY_FRAME" val="{&quot;height&quot;:284.4535433070866,&quot;left&quot;:337.2620472440945,&quot;top&quot;:175.85661417322837,&quot;width&quot;:565.1940157480315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TABLE_BEAUTIFY" val="smartTable{8f7d1bdb-55ae-49c6-b77f-314207c60ee4}"/>
  <p:tag name="TABLE_ENDDRAG_ORIGIN_RECT" val="495*236"/>
  <p:tag name="TABLE_ENDDRAG_RECT" val="70*146*495*236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UNIT_TABLE_BEAUTIFY" val="smartTable{a27af384-de3a-483e-9563-927cc8f16157}"/>
  <p:tag name="TABLE_ENDDRAG_ORIGIN_RECT" val="767*237"/>
  <p:tag name="TABLE_ENDDRAG_RECT" val="73*136*767*237"/>
</p:tagLst>
</file>

<file path=ppt/tags/tag15.xml><?xml version="1.0" encoding="utf-8"?>
<p:tagLst xmlns:p="http://schemas.openxmlformats.org/presentationml/2006/main">
  <p:tag name="KSO_WM_UNIT_TABLE_BEAUTIFY" val="smartTable{1e8f32d3-61b9-4a71-bb9e-961b84c00cf1}"/>
  <p:tag name="TABLE_ENDDRAG_ORIGIN_RECT" val="573*302"/>
  <p:tag name="TABLE_ENDDRAG_RECT" val="34*140*573*302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UNIT_TABLE_BEAUTIFY" val="smartTable{aeac7207-1cfd-4d70-b426-2caf81ada8be}"/>
  <p:tag name="TABLE_ENDDRAG_ORIGIN_RECT" val="401*226"/>
  <p:tag name="TABLE_ENDDRAG_RECT" val="23*100*401*226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TABLE_BEAUTIFY" val="smartTable{16d9769e-fc21-48e8-90f3-690048f8969b}"/>
</p:tagLst>
</file>

<file path=ppt/tags/tag21.xml><?xml version="1.0" encoding="utf-8"?>
<p:tagLst xmlns:p="http://schemas.openxmlformats.org/presentationml/2006/main">
  <p:tag name="KSO_WM_UNIT_TABLE_BEAUTIFY" val="smartTable{4030cded-f683-4019-9910-904a9079ecd5}"/>
</p:tagLst>
</file>

<file path=ppt/tags/tag22.xml><?xml version="1.0" encoding="utf-8"?>
<p:tagLst xmlns:p="http://schemas.openxmlformats.org/presentationml/2006/main">
  <p:tag name="KSO_WM_UNIT_TABLE_BEAUTIFY" val="smartTable{5528c146-eb13-4215-8ef0-5b33e88043dc}"/>
  <p:tag name="TABLE_ENDDRAG_ORIGIN_RECT" val="478*358"/>
  <p:tag name="TABLE_ENDDRAG_RECT" val="49*139*478*358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UNIT_TABLE_BEAUTIFY" val="smartTable{6a4eecae-8941-4401-92fd-56decfc7aa4c}"/>
  <p:tag name="TABLE_ENDDRAG_ORIGIN_RECT" val="456*204"/>
  <p:tag name="TABLE_ENDDRAG_RECT" val="14*141*456*204"/>
</p:tagLst>
</file>

<file path=ppt/tags/tag25.xml><?xml version="1.0" encoding="utf-8"?>
<p:tagLst xmlns:p="http://schemas.openxmlformats.org/presentationml/2006/main">
  <p:tag name="KSO_WM_UNIT_TABLE_BEAUTIFY" val="smartTable{ec2f5887-a0be-4a2f-88fc-4d8e52448845}"/>
  <p:tag name="TABLE_ENDDRAG_ORIGIN_RECT" val="363*431"/>
  <p:tag name="TABLE_ENDDRAG_RECT" val="23*96*363*431"/>
</p:tagLst>
</file>

<file path=ppt/tags/tag26.xml><?xml version="1.0" encoding="utf-8"?>
<p:tagLst xmlns:p="http://schemas.openxmlformats.org/presentationml/2006/main">
  <p:tag name="KSO_WM_UNIT_TABLE_BEAUTIFY" val="smartTable{4ac6c526-4f8b-4f7e-ba6a-904a6bf5f809}"/>
</p:tagLst>
</file>

<file path=ppt/tags/tag27.xml><?xml version="1.0" encoding="utf-8"?>
<p:tagLst xmlns:p="http://schemas.openxmlformats.org/presentationml/2006/main">
  <p:tag name="KSO_WM_UNIT_TABLE_BEAUTIFY" val="smartTable{09f310ad-e685-4ca0-bc09-be7fc9777622}"/>
  <p:tag name="TABLE_ENDDRAG_ORIGIN_RECT" val="759*160"/>
  <p:tag name="TABLE_ENDDRAG_RECT" val="123*93*759*160"/>
</p:tagLst>
</file>

<file path=ppt/tags/tag28.xml><?xml version="1.0" encoding="utf-8"?>
<p:tagLst xmlns:p="http://schemas.openxmlformats.org/presentationml/2006/main">
  <p:tag name="TABLE_ENDDRAG_ORIGIN_RECT" val="802*194"/>
  <p:tag name="TABLE_ENDDRAG_RECT" val="36*247*802*194"/>
</p:tagLst>
</file>

<file path=ppt/tags/tag29.xml><?xml version="1.0" encoding="utf-8"?>
<p:tagLst xmlns:p="http://schemas.openxmlformats.org/presentationml/2006/main">
  <p:tag name="KSO_WM_UNIT_TABLE_BEAUTIFY" val="smartTable{433e1750-9d4a-47b7-9d19-288e75c524b6}"/>
</p:tagLst>
</file>

<file path=ppt/tags/tag30.xml><?xml version="1.0" encoding="utf-8"?>
<p:tagLst xmlns:p="http://schemas.openxmlformats.org/presentationml/2006/main">
  <p:tag name="KSO_WM_UNIT_TABLE_BEAUTIFY" val="smartTable{9d0a2e67-bdd4-4fe3-ad63-a91b3ba2d30f}"/>
  <p:tag name="TABLE_ENDDRAG_ORIGIN_RECT" val="468*189"/>
  <p:tag name="TABLE_ENDDRAG_RECT" val="38*141*468*190"/>
</p:tagLst>
</file>

<file path=ppt/tags/tag31.xml><?xml version="1.0" encoding="utf-8"?>
<p:tagLst xmlns:p="http://schemas.openxmlformats.org/presentationml/2006/main">
  <p:tag name="KSO_WM_UNIT_TABLE_BEAUTIFY" val="smartTable{7790e116-616a-4893-a74e-695c122ed1cf}"/>
</p:tagLst>
</file>

<file path=ppt/tags/tag32.xml><?xml version="1.0" encoding="utf-8"?>
<p:tagLst xmlns:p="http://schemas.openxmlformats.org/presentationml/2006/main">
  <p:tag name="KSO_WM_UNIT_TABLE_BEAUTIFY" val="smartTable{b3d1a47a-d14f-4ce8-94a8-ec08ebfa398c}"/>
</p:tagLst>
</file>

<file path=ppt/tags/tag33.xml><?xml version="1.0" encoding="utf-8"?>
<p:tagLst xmlns:p="http://schemas.openxmlformats.org/presentationml/2006/main">
  <p:tag name="KSO_WM_UNIT_TABLE_BEAUTIFY" val="smartTable{583fb196-ff74-4363-81e7-52509553eeaa}"/>
  <p:tag name="TABLE_ENDDRAG_ORIGIN_RECT" val="741*439"/>
  <p:tag name="TABLE_ENDDRAG_RECT" val="114*89*741*440"/>
</p:tagLst>
</file>

<file path=ppt/tags/tag34.xml><?xml version="1.0" encoding="utf-8"?>
<p:tagLst xmlns:p="http://schemas.openxmlformats.org/presentationml/2006/main">
  <p:tag name="KSO_WM_UNIT_TABLE_BEAUTIFY" val="smartTable{9d883d90-9b85-4297-8f75-f698b326adce}"/>
  <p:tag name="TABLE_ENDDRAG_ORIGIN_RECT" val="682*354"/>
  <p:tag name="TABLE_ENDDRAG_RECT" val="49*137*682*354"/>
</p:tagLst>
</file>

<file path=ppt/tags/tag35.xml><?xml version="1.0" encoding="utf-8"?>
<p:tagLst xmlns:p="http://schemas.openxmlformats.org/presentationml/2006/main">
  <p:tag name="KSO_WM_UNIT_TABLE_BEAUTIFY" val="smartTable{1e81c7a9-a0b7-4a72-8717-63518580871c}"/>
  <p:tag name="TABLE_ENDDRAG_ORIGIN_RECT" val="300*226"/>
  <p:tag name="TABLE_ENDDRAG_RECT" val="36*157*300*226"/>
</p:tagLst>
</file>

<file path=ppt/tags/tag36.xml><?xml version="1.0" encoding="utf-8"?>
<p:tagLst xmlns:p="http://schemas.openxmlformats.org/presentationml/2006/main">
  <p:tag name="KSO_WM_UNIT_TABLE_BEAUTIFY" val="smartTable{0a4d4cdb-dfd2-4b28-a0e1-4c762652b325}"/>
  <p:tag name="TABLE_ENDDRAG_ORIGIN_RECT" val="682*354"/>
  <p:tag name="TABLE_ENDDRAG_RECT" val="49*137*682*354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ISPRING_RESOURCE_PATHS_HASH_2" val="2b758c575d3afaa4a23037e74bea4a653611b5f"/>
  <p:tag name="KSO_WPP_MARK_KEY" val="c01c8b55-19a6-4d3c-ba70-70c86dad7897"/>
  <p:tag name="COMMONDATA" val="eyJoZGlkIjoiMjY1OTMxMTE1YTk1ZTFkNTMwNGI3YTJhMjI1Yzk5NjEifQ=="/>
  <p:tag name="resource_record_key" val="{&quot;29&quot;:[50000031]}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4986</Words>
  <Application>WPS 演示</Application>
  <PresentationFormat>宽屏</PresentationFormat>
  <Paragraphs>892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99" baseType="lpstr">
      <vt:lpstr>Arial</vt:lpstr>
      <vt:lpstr>宋体</vt:lpstr>
      <vt:lpstr>Wingdings</vt:lpstr>
      <vt:lpstr>黑体</vt:lpstr>
      <vt:lpstr>微软雅黑</vt:lpstr>
      <vt:lpstr>Calibri</vt:lpstr>
      <vt:lpstr>Calibri</vt:lpstr>
      <vt:lpstr>Times New Roman</vt:lpstr>
      <vt:lpstr>Arial Unicode MS</vt:lpstr>
      <vt:lpstr>等线 Light</vt:lpstr>
      <vt:lpstr>等线</vt:lpstr>
      <vt:lpstr>Wingdings</vt:lpstr>
      <vt:lpstr>Arial</vt:lpstr>
      <vt:lpstr>DejaVu Sans</vt:lpstr>
      <vt:lpstr>DejaVu Sans</vt:lpstr>
      <vt:lpstr>2_Office 主题​​</vt:lpstr>
      <vt:lpstr>3_Office 主题​​</vt:lpstr>
      <vt:lpstr>PowerPoint 演示文稿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</dc:title>
  <dc:creator>user</dc:creator>
  <cp:keywords>user</cp:keywords>
  <cp:lastModifiedBy>杜哲</cp:lastModifiedBy>
  <cp:revision>4388</cp:revision>
  <dcterms:created xsi:type="dcterms:W3CDTF">2015-06-07T14:37:00Z</dcterms:created>
  <dcterms:modified xsi:type="dcterms:W3CDTF">2026-05-11T17:45:52Z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6B863FF94185418F9270577220F14909_13</vt:lpwstr>
  </property>
</Properties>
</file>